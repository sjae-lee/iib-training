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3" r:id="rId4"/>
  </p:sldMasterIdLst>
  <p:notesMasterIdLst>
    <p:notesMasterId r:id="rId22"/>
  </p:notesMasterIdLst>
  <p:handoutMasterIdLst>
    <p:handoutMasterId r:id="rId23"/>
  </p:handoutMasterIdLst>
  <p:sldIdLst>
    <p:sldId id="411" r:id="rId5"/>
    <p:sldId id="491" r:id="rId6"/>
    <p:sldId id="493" r:id="rId7"/>
    <p:sldId id="850" r:id="rId8"/>
    <p:sldId id="847" r:id="rId9"/>
    <p:sldId id="851" r:id="rId10"/>
    <p:sldId id="848" r:id="rId11"/>
    <p:sldId id="853" r:id="rId12"/>
    <p:sldId id="852" r:id="rId13"/>
    <p:sldId id="854" r:id="rId14"/>
    <p:sldId id="561" r:id="rId15"/>
    <p:sldId id="855" r:id="rId16"/>
    <p:sldId id="856" r:id="rId17"/>
    <p:sldId id="857" r:id="rId18"/>
    <p:sldId id="858" r:id="rId19"/>
    <p:sldId id="509" r:id="rId20"/>
    <p:sldId id="396" r:id="rId21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고진영" initials="고" lastIdx="1" clrIdx="0">
    <p:extLst>
      <p:ext uri="{19B8F6BF-5375-455C-9EA6-DF929625EA0E}">
        <p15:presenceInfo xmlns:p15="http://schemas.microsoft.com/office/powerpoint/2012/main" userId="고진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4E16"/>
    <a:srgbClr val="2CA02C"/>
    <a:srgbClr val="0F6FC6"/>
    <a:srgbClr val="FF7F0E"/>
    <a:srgbClr val="0096FF"/>
    <a:srgbClr val="001C4E"/>
    <a:srgbClr val="FEFFFF"/>
    <a:srgbClr val="CDDAE9"/>
    <a:srgbClr val="027FA5"/>
    <a:srgbClr val="062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8015" autoAdjust="0"/>
  </p:normalViewPr>
  <p:slideViewPr>
    <p:cSldViewPr snapToGrid="0">
      <p:cViewPr varScale="1">
        <p:scale>
          <a:sx n="94" d="100"/>
          <a:sy n="94" d="100"/>
        </p:scale>
        <p:origin x="1158" y="6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ungjae Lee" userId="37d62571-95b7-4ef3-88c6-73af89d2a1da" providerId="ADAL" clId="{EA068385-AFCD-4BC0-94DE-624E37540409}"/>
    <pc:docChg chg="modSld modMainMaster">
      <pc:chgData name="Seungjae Lee" userId="37d62571-95b7-4ef3-88c6-73af89d2a1da" providerId="ADAL" clId="{EA068385-AFCD-4BC0-94DE-624E37540409}" dt="2025-05-22T03:34:36.165" v="8" actId="20577"/>
      <pc:docMkLst>
        <pc:docMk/>
      </pc:docMkLst>
      <pc:sldChg chg="modSp mod">
        <pc:chgData name="Seungjae Lee" userId="37d62571-95b7-4ef3-88c6-73af89d2a1da" providerId="ADAL" clId="{EA068385-AFCD-4BC0-94DE-624E37540409}" dt="2025-05-22T03:34:26.101" v="7" actId="20577"/>
        <pc:sldMkLst>
          <pc:docMk/>
          <pc:sldMk cId="3276164734" sldId="411"/>
        </pc:sldMkLst>
        <pc:spChg chg="mod">
          <ac:chgData name="Seungjae Lee" userId="37d62571-95b7-4ef3-88c6-73af89d2a1da" providerId="ADAL" clId="{EA068385-AFCD-4BC0-94DE-624E37540409}" dt="2025-05-22T03:34:17.439" v="0" actId="20577"/>
          <ac:spMkLst>
            <pc:docMk/>
            <pc:sldMk cId="3276164734" sldId="411"/>
            <ac:spMk id="2" creationId="{84AAE676-BA93-B03D-71DC-BB0C4E468DA7}"/>
          </ac:spMkLst>
        </pc:spChg>
        <pc:spChg chg="mod">
          <ac:chgData name="Seungjae Lee" userId="37d62571-95b7-4ef3-88c6-73af89d2a1da" providerId="ADAL" clId="{EA068385-AFCD-4BC0-94DE-624E37540409}" dt="2025-05-22T03:34:26.101" v="7" actId="20577"/>
          <ac:spMkLst>
            <pc:docMk/>
            <pc:sldMk cId="3276164734" sldId="411"/>
            <ac:spMk id="6" creationId="{0AAE8680-F7A9-A7A0-196C-F7BBBFE9F508}"/>
          </ac:spMkLst>
        </pc:spChg>
      </pc:sldChg>
      <pc:sldMasterChg chg="modSp mod">
        <pc:chgData name="Seungjae Lee" userId="37d62571-95b7-4ef3-88c6-73af89d2a1da" providerId="ADAL" clId="{EA068385-AFCD-4BC0-94DE-624E37540409}" dt="2025-05-22T03:34:36.165" v="8" actId="20577"/>
        <pc:sldMasterMkLst>
          <pc:docMk/>
          <pc:sldMasterMk cId="2170764288" sldId="2147483673"/>
        </pc:sldMasterMkLst>
        <pc:spChg chg="mod">
          <ac:chgData name="Seungjae Lee" userId="37d62571-95b7-4ef3-88c6-73af89d2a1da" providerId="ADAL" clId="{EA068385-AFCD-4BC0-94DE-624E37540409}" dt="2025-05-22T03:34:36.165" v="8" actId="20577"/>
          <ac:spMkLst>
            <pc:docMk/>
            <pc:sldMasterMk cId="2170764288" sldId="2147483673"/>
            <ac:spMk id="12" creationId="{0B9F7607-9502-DFCB-3B84-406167378C78}"/>
          </ac:spMkLst>
        </pc:spChg>
      </pc:sldMasterChg>
    </pc:docChg>
  </pc:docChgLst>
  <pc:docChgLst>
    <pc:chgData name="Jinyoung Ko" userId="76e4a963-9504-4d56-beee-89ff49c7b1a1" providerId="ADAL" clId="{AEB4C311-0DAC-7247-B120-49F50BB1C3B1}"/>
    <pc:docChg chg="undo custSel addSld delSld modSld sldOrd">
      <pc:chgData name="Jinyoung Ko" userId="76e4a963-9504-4d56-beee-89ff49c7b1a1" providerId="ADAL" clId="{AEB4C311-0DAC-7247-B120-49F50BB1C3B1}" dt="2024-07-16T04:12:21.520" v="1094" actId="2696"/>
      <pc:docMkLst>
        <pc:docMk/>
      </pc:docMkLst>
      <pc:sldChg chg="modSp mod">
        <pc:chgData name="Jinyoung Ko" userId="76e4a963-9504-4d56-beee-89ff49c7b1a1" providerId="ADAL" clId="{AEB4C311-0DAC-7247-B120-49F50BB1C3B1}" dt="2024-07-15T03:38:32.203" v="133"/>
        <pc:sldMkLst>
          <pc:docMk/>
          <pc:sldMk cId="3659854408" sldId="402"/>
        </pc:sldMkLst>
      </pc:sldChg>
      <pc:sldChg chg="modSp mod">
        <pc:chgData name="Jinyoung Ko" userId="76e4a963-9504-4d56-beee-89ff49c7b1a1" providerId="ADAL" clId="{AEB4C311-0DAC-7247-B120-49F50BB1C3B1}" dt="2024-07-15T04:31:49.287" v="235" actId="20577"/>
        <pc:sldMkLst>
          <pc:docMk/>
          <pc:sldMk cId="2862602214" sldId="410"/>
        </pc:sldMkLst>
      </pc:sldChg>
      <pc:sldChg chg="modSp mod">
        <pc:chgData name="Jinyoung Ko" userId="76e4a963-9504-4d56-beee-89ff49c7b1a1" providerId="ADAL" clId="{AEB4C311-0DAC-7247-B120-49F50BB1C3B1}" dt="2024-07-15T03:31:55.823" v="105" actId="113"/>
        <pc:sldMkLst>
          <pc:docMk/>
          <pc:sldMk cId="3276164734" sldId="411"/>
        </pc:sldMkLst>
      </pc:sldChg>
      <pc:sldChg chg="modSp mod modAnim">
        <pc:chgData name="Jinyoung Ko" userId="76e4a963-9504-4d56-beee-89ff49c7b1a1" providerId="ADAL" clId="{AEB4C311-0DAC-7247-B120-49F50BB1C3B1}" dt="2024-07-15T03:39:45.762" v="166" actId="21"/>
        <pc:sldMkLst>
          <pc:docMk/>
          <pc:sldMk cId="3759799584" sldId="417"/>
        </pc:sldMkLst>
      </pc:sldChg>
      <pc:sldChg chg="modSp mod">
        <pc:chgData name="Jinyoung Ko" userId="76e4a963-9504-4d56-beee-89ff49c7b1a1" providerId="ADAL" clId="{AEB4C311-0DAC-7247-B120-49F50BB1C3B1}" dt="2024-07-15T04:41:59.322" v="236" actId="1076"/>
        <pc:sldMkLst>
          <pc:docMk/>
          <pc:sldMk cId="3859718703" sldId="428"/>
        </pc:sldMkLst>
      </pc:sldChg>
      <pc:sldChg chg="addSp delSp modSp mod delAnim modAnim">
        <pc:chgData name="Jinyoung Ko" userId="76e4a963-9504-4d56-beee-89ff49c7b1a1" providerId="ADAL" clId="{AEB4C311-0DAC-7247-B120-49F50BB1C3B1}" dt="2024-07-16T03:12:14.651" v="919" actId="207"/>
        <pc:sldMkLst>
          <pc:docMk/>
          <pc:sldMk cId="112689511" sldId="431"/>
        </pc:sldMkLst>
      </pc:sldChg>
      <pc:sldChg chg="modSp mod modAnim">
        <pc:chgData name="Jinyoung Ko" userId="76e4a963-9504-4d56-beee-89ff49c7b1a1" providerId="ADAL" clId="{AEB4C311-0DAC-7247-B120-49F50BB1C3B1}" dt="2024-07-15T05:34:45.716" v="244"/>
        <pc:sldMkLst>
          <pc:docMk/>
          <pc:sldMk cId="1659357456" sldId="434"/>
        </pc:sldMkLst>
      </pc:sldChg>
      <pc:sldChg chg="modSp add del">
        <pc:chgData name="Jinyoung Ko" userId="76e4a963-9504-4d56-beee-89ff49c7b1a1" providerId="ADAL" clId="{AEB4C311-0DAC-7247-B120-49F50BB1C3B1}" dt="2024-07-16T04:12:21.520" v="1094" actId="2696"/>
        <pc:sldMkLst>
          <pc:docMk/>
          <pc:sldMk cId="1245664688" sldId="439"/>
        </pc:sldMkLst>
      </pc:sldChg>
      <pc:sldChg chg="modSp mod">
        <pc:chgData name="Jinyoung Ko" userId="76e4a963-9504-4d56-beee-89ff49c7b1a1" providerId="ADAL" clId="{AEB4C311-0DAC-7247-B120-49F50BB1C3B1}" dt="2024-07-16T03:25:57.701" v="955" actId="20577"/>
        <pc:sldMkLst>
          <pc:docMk/>
          <pc:sldMk cId="2118465962" sldId="440"/>
        </pc:sldMkLst>
      </pc:sldChg>
      <pc:sldChg chg="modSp mod">
        <pc:chgData name="Jinyoung Ko" userId="76e4a963-9504-4d56-beee-89ff49c7b1a1" providerId="ADAL" clId="{AEB4C311-0DAC-7247-B120-49F50BB1C3B1}" dt="2024-07-15T03:38:58.538" v="148" actId="1035"/>
        <pc:sldMkLst>
          <pc:docMk/>
          <pc:sldMk cId="753220891" sldId="448"/>
        </pc:sldMkLst>
      </pc:sldChg>
      <pc:sldChg chg="modSp mod modAnim">
        <pc:chgData name="Jinyoung Ko" userId="76e4a963-9504-4d56-beee-89ff49c7b1a1" providerId="ADAL" clId="{AEB4C311-0DAC-7247-B120-49F50BB1C3B1}" dt="2024-07-15T03:50:22.883" v="205" actId="14100"/>
        <pc:sldMkLst>
          <pc:docMk/>
          <pc:sldMk cId="2706090889" sldId="449"/>
        </pc:sldMkLst>
      </pc:sldChg>
      <pc:sldChg chg="modSp mod">
        <pc:chgData name="Jinyoung Ko" userId="76e4a963-9504-4d56-beee-89ff49c7b1a1" providerId="ADAL" clId="{AEB4C311-0DAC-7247-B120-49F50BB1C3B1}" dt="2024-07-15T03:47:59.368" v="192" actId="14100"/>
        <pc:sldMkLst>
          <pc:docMk/>
          <pc:sldMk cId="1608516036" sldId="453"/>
        </pc:sldMkLst>
      </pc:sldChg>
      <pc:sldChg chg="ord">
        <pc:chgData name="Jinyoung Ko" userId="76e4a963-9504-4d56-beee-89ff49c7b1a1" providerId="ADAL" clId="{AEB4C311-0DAC-7247-B120-49F50BB1C3B1}" dt="2024-07-16T01:46:34.597" v="245" actId="20578"/>
        <pc:sldMkLst>
          <pc:docMk/>
          <pc:sldMk cId="3455944846" sldId="456"/>
        </pc:sldMkLst>
      </pc:sldChg>
      <pc:sldChg chg="modSp mod ord">
        <pc:chgData name="Jinyoung Ko" userId="76e4a963-9504-4d56-beee-89ff49c7b1a1" providerId="ADAL" clId="{AEB4C311-0DAC-7247-B120-49F50BB1C3B1}" dt="2024-07-16T03:14:33.838" v="920" actId="20578"/>
        <pc:sldMkLst>
          <pc:docMk/>
          <pc:sldMk cId="2156016088" sldId="457"/>
        </pc:sldMkLst>
      </pc:sldChg>
      <pc:sldChg chg="add">
        <pc:chgData name="Jinyoung Ko" userId="76e4a963-9504-4d56-beee-89ff49c7b1a1" providerId="ADAL" clId="{AEB4C311-0DAC-7247-B120-49F50BB1C3B1}" dt="2024-07-16T02:54:49.282" v="246"/>
        <pc:sldMkLst>
          <pc:docMk/>
          <pc:sldMk cId="562944818" sldId="458"/>
        </pc:sldMkLst>
      </pc:sldChg>
      <pc:sldChg chg="addSp delSp modSp add del mod ord addAnim delAnim modAnim">
        <pc:chgData name="Jinyoung Ko" userId="76e4a963-9504-4d56-beee-89ff49c7b1a1" providerId="ADAL" clId="{AEB4C311-0DAC-7247-B120-49F50BB1C3B1}" dt="2024-07-14T19:03:19.612" v="72" actId="2696"/>
        <pc:sldMkLst>
          <pc:docMk/>
          <pc:sldMk cId="961516839" sldId="458"/>
        </pc:sldMkLst>
      </pc:sldChg>
      <pc:sldChg chg="addSp delSp modSp add mod addAnim delAnim modAnim">
        <pc:chgData name="Jinyoung Ko" userId="76e4a963-9504-4d56-beee-89ff49c7b1a1" providerId="ADAL" clId="{AEB4C311-0DAC-7247-B120-49F50BB1C3B1}" dt="2024-07-16T03:38:40.949" v="1091"/>
        <pc:sldMkLst>
          <pc:docMk/>
          <pc:sldMk cId="245434029" sldId="45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79B252-A127-4E13-E5AE-BA5900EE97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732A5-FA83-168F-9A39-34D6ECAD4B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E893B-3C1F-44D7-B6E5-3AAAE9780782}" type="datetimeFigureOut">
              <a:rPr lang="en-CA" smtClean="0"/>
              <a:t>2025-05-21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200B1-62B1-40EC-221C-90F382C17C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EE865A-D641-DD69-2E4F-E672E9781B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90C60-F4CA-469E-BF46-E9FFE1C01E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210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86A12-5A3A-45CA-B803-C1829C2684E0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2F9F9F-DDB3-4232-A12B-3B89870F5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949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F9F9F-DDB3-4232-A12B-3B89870F57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91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2F9F9F-DDB3-4232-A12B-3B89870F57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24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kumimoji="0" lang="en-CA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CA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CA" sz="12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0" lang="en-CA" sz="1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CA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kumimoji="0" lang="en-CA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12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CA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CA" sz="1200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𝒩(</a:t>
                </a:r>
                <a:r>
                  <a:rPr kumimoji="0" lang="en-CA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𝐱_</a:t>
                </a:r>
                <a:r>
                  <a:rPr kumimoji="0" lang="en-CA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kumimoji="0" lang="en-CA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│</a:t>
                </a:r>
                <a:r>
                  <a:rPr kumimoji="0" lang="en-CA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𝜇_1,𝜎_1^2 )</a:t>
                </a:r>
                <a:endParaRPr lang="en-CA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𝒩(</a:t>
                </a:r>
                <a:r>
                  <a:rPr lang="en-CA" sz="1200" b="1" i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𝐱_</a:t>
                </a:r>
                <a:r>
                  <a:rPr lang="en-CA" sz="1200" b="0" i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CA" sz="1200" b="1" i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│</a:t>
                </a:r>
                <a:r>
                  <a:rPr kumimoji="0" lang="en-CA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𝜇_2,𝜎_2^2 )</a:t>
                </a:r>
                <a:endParaRPr lang="en-CA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CA" sz="1200" dirty="0"/>
              </a:p>
              <a:p>
                <a:endParaRPr lang="en-CA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28F5F-5C48-4AA6-8674-EC89DFB6054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696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kumimoji="0" lang="en-CA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CA" sz="1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CA" sz="12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0" lang="en-CA" sz="12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CA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kumimoji="0" lang="en-CA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12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CA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0" lang="en-CA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CA" sz="1200" dirty="0"/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𝒩(</a:t>
                </a:r>
                <a:r>
                  <a:rPr kumimoji="0" lang="en-CA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𝐱_</a:t>
                </a:r>
                <a:r>
                  <a:rPr kumimoji="0" lang="en-CA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kumimoji="0" lang="en-CA" sz="12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│</a:t>
                </a:r>
                <a:r>
                  <a:rPr kumimoji="0" lang="en-CA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𝜇_1,𝜎_1^2 )</a:t>
                </a:r>
                <a:endParaRPr lang="en-CA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𝒩(</a:t>
                </a:r>
                <a:r>
                  <a:rPr lang="en-CA" sz="1200" b="1" i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𝐱_</a:t>
                </a:r>
                <a:r>
                  <a:rPr lang="en-CA" sz="1200" b="0" i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CA" sz="1200" b="1" i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│</a:t>
                </a:r>
                <a:r>
                  <a:rPr kumimoji="0" lang="en-CA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𝜇_2,𝜎_2^2 )</a:t>
                </a:r>
                <a:endParaRPr lang="en-CA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CA" sz="1200" dirty="0"/>
              </a:p>
              <a:p>
                <a:endParaRPr lang="en-CA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28F5F-5C48-4AA6-8674-EC89DFB6054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820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628F5F-5C48-4AA6-8674-EC89DFB605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7845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B8E0DE-6C55-6201-2FCC-AB5B586C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5406"/>
            <a:ext cx="10515600" cy="1398039"/>
          </a:xfrm>
          <a:prstGeom prst="rect">
            <a:avLst/>
          </a:prstGeom>
          <a:noFill/>
        </p:spPr>
        <p:txBody>
          <a:bodyPr anchor="ctr"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4800" b="0" kern="1200" dirty="0">
                <a:solidFill>
                  <a:schemeClr val="accent1"/>
                </a:solidFill>
                <a:latin typeface="+mn-lt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B7F39F-D3A1-1603-229D-EE904FC2FC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3228" y="2928067"/>
            <a:ext cx="5865544" cy="383248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b="0" kern="1200" dirty="0" smtClean="0">
                <a:solidFill>
                  <a:srgbClr val="027FA5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A3C0C70-692F-597B-9C05-E86E10969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63228" y="3381163"/>
            <a:ext cx="5865544" cy="383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/>
              <a:t>Supervisor: </a:t>
            </a:r>
            <a:r>
              <a:rPr lang="en-GB" err="1"/>
              <a:t>Dr.</a:t>
            </a:r>
            <a:r>
              <a:rPr lang="en-GB"/>
              <a:t> Seungjae Lee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7A822FB-C7E1-146F-2EA3-50A078B87F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63228" y="3968060"/>
            <a:ext cx="5865544" cy="611859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/>
              <a:t>Civil and Mineral Engineering</a:t>
            </a:r>
          </a:p>
          <a:p>
            <a:pPr lvl="0"/>
            <a:r>
              <a:rPr lang="en-GB"/>
              <a:t>University of Toronto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C94EFDA-A243-FD5C-2FF4-AC94A2EE6D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3228" y="4711771"/>
            <a:ext cx="5865544" cy="383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/>
              <a:t>Dec. 11, 2023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81BD395-53A6-5C94-D40E-5CC301A2D32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0" t="28674" r="9999" b="28674"/>
          <a:stretch/>
        </p:blipFill>
        <p:spPr bwMode="auto">
          <a:xfrm>
            <a:off x="1329268" y="5388678"/>
            <a:ext cx="2542652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black logo&#10;&#10;Description automatically generated">
            <a:extLst>
              <a:ext uri="{FF2B5EF4-FFF2-40B4-BE49-F238E27FC236}">
                <a16:creationId xmlns:a16="http://schemas.microsoft.com/office/drawing/2014/main" id="{A5CB381D-FA77-0336-51CE-45242A701F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7" t="9834" r="3421" b="10910"/>
          <a:stretch/>
        </p:blipFill>
        <p:spPr>
          <a:xfrm>
            <a:off x="4593236" y="5388677"/>
            <a:ext cx="3178186" cy="900000"/>
          </a:xfrm>
          <a:prstGeom prst="rect">
            <a:avLst/>
          </a:prstGeom>
        </p:spPr>
      </p:pic>
      <p:pic>
        <p:nvPicPr>
          <p:cNvPr id="4" name="Picture 3" descr="A blue and black rectangles with black dots&#10;&#10;Description automatically generated">
            <a:extLst>
              <a:ext uri="{FF2B5EF4-FFF2-40B4-BE49-F238E27FC236}">
                <a16:creationId xmlns:a16="http://schemas.microsoft.com/office/drawing/2014/main" id="{0E9CA3E7-A19B-EB37-61A1-941F08CFCA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7" b="2663"/>
          <a:stretch/>
        </p:blipFill>
        <p:spPr>
          <a:xfrm>
            <a:off x="8492738" y="5388677"/>
            <a:ext cx="2369993" cy="9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A9AB9-55AB-2D54-8663-B0FC27B079C1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48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B8E0DE-6C55-6201-2FCC-AB5B586C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5406"/>
            <a:ext cx="10515600" cy="1398039"/>
          </a:xfrm>
          <a:prstGeom prst="rect">
            <a:avLst/>
          </a:prstGeom>
          <a:noFill/>
        </p:spPr>
        <p:txBody>
          <a:bodyPr anchor="ctr"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4800" kern="1200" dirty="0">
                <a:solidFill>
                  <a:srgbClr val="001C4E"/>
                </a:solidFill>
                <a:latin typeface="+mn-lt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B7F39F-D3A1-1603-229D-EE904FC2FC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3228" y="2928067"/>
            <a:ext cx="5865544" cy="383248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b="0" kern="1200" dirty="0" smtClean="0">
                <a:solidFill>
                  <a:srgbClr val="027FA5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A3C0C70-692F-597B-9C05-E86E10969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63228" y="3381163"/>
            <a:ext cx="5865544" cy="383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/>
              <a:t>Supervisor: </a:t>
            </a:r>
            <a:r>
              <a:rPr lang="en-GB" err="1"/>
              <a:t>Dr.</a:t>
            </a:r>
            <a:r>
              <a:rPr lang="en-GB"/>
              <a:t> Seungjae Lee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7A822FB-C7E1-146F-2EA3-50A078B87F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63228" y="3968060"/>
            <a:ext cx="5865544" cy="611859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/>
              <a:t>Civil and Mineral Engineering</a:t>
            </a:r>
          </a:p>
          <a:p>
            <a:pPr lvl="0"/>
            <a:r>
              <a:rPr lang="en-GB"/>
              <a:t>University of Toronto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C94EFDA-A243-FD5C-2FF4-AC94A2EE6D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3228" y="4711771"/>
            <a:ext cx="5865544" cy="383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/>
              <a:t>Dec. 11, 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49510E-1000-3811-BF5F-583727C61B18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FB478E-3253-4D7E-1676-6E289A5726E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0" t="28674" r="9999" b="28674"/>
          <a:stretch/>
        </p:blipFill>
        <p:spPr bwMode="auto">
          <a:xfrm>
            <a:off x="1329268" y="5388678"/>
            <a:ext cx="2542652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77074F15-DCC7-9D7D-9A34-0C32FACF87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7" t="9834" r="3421" b="10910"/>
          <a:stretch/>
        </p:blipFill>
        <p:spPr>
          <a:xfrm>
            <a:off x="4593236" y="5388677"/>
            <a:ext cx="3178186" cy="900000"/>
          </a:xfrm>
          <a:prstGeom prst="rect">
            <a:avLst/>
          </a:prstGeom>
        </p:spPr>
      </p:pic>
      <p:pic>
        <p:nvPicPr>
          <p:cNvPr id="6" name="Picture 5" descr="A blue and black rectangles with black dots&#10;&#10;Description automatically generated">
            <a:extLst>
              <a:ext uri="{FF2B5EF4-FFF2-40B4-BE49-F238E27FC236}">
                <a16:creationId xmlns:a16="http://schemas.microsoft.com/office/drawing/2014/main" id="{24270FBC-47B9-EB8B-49F4-6F0001A3C9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7" b="2663"/>
          <a:stretch/>
        </p:blipFill>
        <p:spPr>
          <a:xfrm>
            <a:off x="8492738" y="5388677"/>
            <a:ext cx="2369993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5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B7F39F-D3A1-1603-229D-EE904FC2FC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3228" y="2581055"/>
            <a:ext cx="5865544" cy="383248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A3C0C70-692F-597B-9C05-E86E10969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63228" y="3310043"/>
            <a:ext cx="5865544" cy="383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600" b="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/>
              <a:t>Supervisor: </a:t>
            </a:r>
            <a:r>
              <a:rPr lang="en-GB" err="1"/>
              <a:t>Dr.</a:t>
            </a:r>
            <a:r>
              <a:rPr lang="en-GB"/>
              <a:t> Seungjae Lee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7A822FB-C7E1-146F-2EA3-50A078B87F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63228" y="3693290"/>
            <a:ext cx="5865544" cy="611859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16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/>
              <a:t>Civil and Mineral Engineering</a:t>
            </a:r>
          </a:p>
          <a:p>
            <a:pPr lvl="0"/>
            <a:r>
              <a:rPr lang="en-GB"/>
              <a:t>University of Toronto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C94EFDA-A243-FD5C-2FF4-AC94A2EE6D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3228" y="4711771"/>
            <a:ext cx="5865544" cy="383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18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/>
              <a:t>Dec. 11, 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49510E-1000-3811-BF5F-583727C61B18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AD3A817-B2F5-4A31-A75F-4821B75147B5}"/>
              </a:ext>
            </a:extLst>
          </p:cNvPr>
          <p:cNvSpPr/>
          <p:nvPr userDrawn="1"/>
        </p:nvSpPr>
        <p:spPr>
          <a:xfrm>
            <a:off x="238760" y="635195"/>
            <a:ext cx="11714480" cy="1398039"/>
          </a:xfrm>
          <a:prstGeom prst="roundRect">
            <a:avLst/>
          </a:prstGeom>
          <a:solidFill>
            <a:schemeClr val="accent1"/>
          </a:solidFill>
          <a:ln w="38100">
            <a:noFill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B8E0DE-6C55-6201-2FCC-AB5B586C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760" y="632738"/>
            <a:ext cx="11714480" cy="1398039"/>
          </a:xfrm>
          <a:prstGeom prst="rect">
            <a:avLst/>
          </a:prstGeom>
          <a:noFill/>
        </p:spPr>
        <p:txBody>
          <a:bodyPr anchor="ctr"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3200" kern="1200" dirty="0">
                <a:solidFill>
                  <a:schemeClr val="bg1"/>
                </a:solidFill>
                <a:latin typeface="+mn-lt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0FD2A35-3ACD-DA0B-2ABF-6C2357CB5A1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0" t="28674" r="9999" b="28674"/>
          <a:stretch/>
        </p:blipFill>
        <p:spPr bwMode="auto">
          <a:xfrm>
            <a:off x="1329268" y="5388678"/>
            <a:ext cx="2542652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DFAE994C-6A7F-CB74-B30F-7EED3D3403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7" t="9834" r="3421" b="10910"/>
          <a:stretch/>
        </p:blipFill>
        <p:spPr>
          <a:xfrm>
            <a:off x="4593236" y="5388677"/>
            <a:ext cx="3178186" cy="900000"/>
          </a:xfrm>
          <a:prstGeom prst="rect">
            <a:avLst/>
          </a:prstGeom>
        </p:spPr>
      </p:pic>
      <p:pic>
        <p:nvPicPr>
          <p:cNvPr id="13" name="Picture 12" descr="A blue and black rectangles with black dots&#10;&#10;Description automatically generated">
            <a:extLst>
              <a:ext uri="{FF2B5EF4-FFF2-40B4-BE49-F238E27FC236}">
                <a16:creationId xmlns:a16="http://schemas.microsoft.com/office/drawing/2014/main" id="{47AFFB80-1C49-E796-D575-B94F75DE20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7" b="2663"/>
          <a:stretch/>
        </p:blipFill>
        <p:spPr>
          <a:xfrm>
            <a:off x="8492738" y="5388677"/>
            <a:ext cx="2369993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565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CB60AD-1088-2AB3-9AB2-72D767C7D02F}"/>
              </a:ext>
            </a:extLst>
          </p:cNvPr>
          <p:cNvSpPr/>
          <p:nvPr userDrawn="1"/>
        </p:nvSpPr>
        <p:spPr>
          <a:xfrm>
            <a:off x="0" y="0"/>
            <a:ext cx="12192000" cy="697306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6E3F4-EDA9-D6E9-D6FA-04B7E70FD7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662" y="923925"/>
            <a:ext cx="11750040" cy="5517972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AE2A5-82FC-1CF2-8024-106ECC67BE0B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itle 11">
            <a:extLst>
              <a:ext uri="{FF2B5EF4-FFF2-40B4-BE49-F238E27FC236}">
                <a16:creationId xmlns:a16="http://schemas.microsoft.com/office/drawing/2014/main" id="{C20462D9-B7C7-3579-35BB-13965816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2" y="39186"/>
            <a:ext cx="12011978" cy="61893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442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6E3F4-EDA9-D6E9-D6FA-04B7E70FD7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662" y="923925"/>
            <a:ext cx="5717801" cy="5517972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FC599FD-199D-9FD3-41A4-E3914B056C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3219" y="923925"/>
            <a:ext cx="5717801" cy="5517972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CB9915-E0E4-5FDF-D6F7-6BF1F896C402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60DC5-914B-C658-5AE5-F373AD93ABF0}"/>
              </a:ext>
            </a:extLst>
          </p:cNvPr>
          <p:cNvSpPr/>
          <p:nvPr userDrawn="1"/>
        </p:nvSpPr>
        <p:spPr>
          <a:xfrm>
            <a:off x="0" y="0"/>
            <a:ext cx="12192000" cy="697306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3949A32A-3E63-C0F4-B311-DC9FCC30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2" y="39186"/>
            <a:ext cx="12011978" cy="61893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415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6E3F4-EDA9-D6E9-D6FA-04B7E70FD7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662" y="923925"/>
            <a:ext cx="11750040" cy="4778845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7D9579-C027-2C0B-9F2A-B4A5F8A8C823}"/>
              </a:ext>
            </a:extLst>
          </p:cNvPr>
          <p:cNvCxnSpPr/>
          <p:nvPr userDrawn="1"/>
        </p:nvCxnSpPr>
        <p:spPr>
          <a:xfrm>
            <a:off x="220662" y="5785881"/>
            <a:ext cx="11750358" cy="0"/>
          </a:xfrm>
          <a:prstGeom prst="line">
            <a:avLst/>
          </a:prstGeom>
          <a:ln w="12700">
            <a:solidFill>
              <a:srgbClr val="027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E47F9A-DAA7-6544-C1C2-6B03287C1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0663" y="5785881"/>
            <a:ext cx="11750675" cy="721157"/>
          </a:xfrm>
          <a:prstGeom prst="rect">
            <a:avLst/>
          </a:prstGeom>
        </p:spPr>
        <p:txBody>
          <a:bodyPr/>
          <a:lstStyle>
            <a:lvl1pPr marL="228600" indent="-228600" algn="l">
              <a:spcBef>
                <a:spcPts val="0"/>
              </a:spcBef>
              <a:buFont typeface="+mj-lt"/>
              <a:buAutoNum type="arabicParenR"/>
              <a:defRPr/>
            </a:lvl1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20F9-4F46-1684-6EC3-1F1CC28F7BC7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AB1141-7136-E195-A0C1-24760B8B73A1}"/>
              </a:ext>
            </a:extLst>
          </p:cNvPr>
          <p:cNvSpPr/>
          <p:nvPr userDrawn="1"/>
        </p:nvSpPr>
        <p:spPr>
          <a:xfrm>
            <a:off x="0" y="0"/>
            <a:ext cx="12192000" cy="697306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2EB032DB-7C3E-A1DC-4DD4-0BFE0E79E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2" y="39186"/>
            <a:ext cx="12011978" cy="61893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034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6E3F4-EDA9-D6E9-D6FA-04B7E70FD7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662" y="923925"/>
            <a:ext cx="5717801" cy="4778840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FC599FD-199D-9FD3-41A4-E3914B056C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3219" y="923925"/>
            <a:ext cx="5717801" cy="4778840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8EB6E-6D01-AD6D-E760-55AB725B8BB4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491C8AE-5339-6DDA-86CA-8FBE4A83806F}"/>
              </a:ext>
            </a:extLst>
          </p:cNvPr>
          <p:cNvCxnSpPr/>
          <p:nvPr userDrawn="1"/>
        </p:nvCxnSpPr>
        <p:spPr>
          <a:xfrm>
            <a:off x="220662" y="5785881"/>
            <a:ext cx="11750358" cy="0"/>
          </a:xfrm>
          <a:prstGeom prst="line">
            <a:avLst/>
          </a:prstGeom>
          <a:ln w="12700">
            <a:solidFill>
              <a:srgbClr val="027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05A4BD8-C29C-8A81-180F-B2BAC603D3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0663" y="5785881"/>
            <a:ext cx="11750675" cy="721157"/>
          </a:xfrm>
          <a:prstGeom prst="rect">
            <a:avLst/>
          </a:prstGeom>
        </p:spPr>
        <p:txBody>
          <a:bodyPr/>
          <a:lstStyle>
            <a:lvl1pPr marL="228600" indent="-228600" algn="l">
              <a:spcBef>
                <a:spcPts val="0"/>
              </a:spcBef>
              <a:buFont typeface="+mj-lt"/>
              <a:buAutoNum type="arabicParenR"/>
              <a:defRPr/>
            </a:lvl1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ECFE15-75A7-B505-2482-04A30F04DA93}"/>
              </a:ext>
            </a:extLst>
          </p:cNvPr>
          <p:cNvSpPr/>
          <p:nvPr userDrawn="1"/>
        </p:nvSpPr>
        <p:spPr>
          <a:xfrm>
            <a:off x="0" y="0"/>
            <a:ext cx="12192000" cy="697306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" name="Title 11">
            <a:extLst>
              <a:ext uri="{FF2B5EF4-FFF2-40B4-BE49-F238E27FC236}">
                <a16:creationId xmlns:a16="http://schemas.microsoft.com/office/drawing/2014/main" id="{7FED9B0A-0145-62A9-C608-82437090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2" y="39186"/>
            <a:ext cx="12011978" cy="61893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127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referenc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6E3F4-EDA9-D6E9-D6FA-04B7E70FD7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662" y="923924"/>
            <a:ext cx="11750040" cy="4396465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7D9579-C027-2C0B-9F2A-B4A5F8A8C823}"/>
              </a:ext>
            </a:extLst>
          </p:cNvPr>
          <p:cNvCxnSpPr/>
          <p:nvPr userDrawn="1"/>
        </p:nvCxnSpPr>
        <p:spPr>
          <a:xfrm>
            <a:off x="212872" y="5415279"/>
            <a:ext cx="11750358" cy="0"/>
          </a:xfrm>
          <a:prstGeom prst="line">
            <a:avLst/>
          </a:prstGeom>
          <a:ln w="12700">
            <a:solidFill>
              <a:srgbClr val="027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E47F9A-DAA7-6544-C1C2-6B03287C1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2872" y="5415279"/>
            <a:ext cx="11750675" cy="1080000"/>
          </a:xfrm>
          <a:prstGeom prst="rect">
            <a:avLst/>
          </a:prstGeom>
        </p:spPr>
        <p:txBody>
          <a:bodyPr/>
          <a:lstStyle>
            <a:lvl1pPr marL="228600" indent="-228600" algn="l">
              <a:spcBef>
                <a:spcPts val="0"/>
              </a:spcBef>
              <a:buFont typeface="+mj-lt"/>
              <a:buAutoNum type="arabicParenR"/>
              <a:defRPr/>
            </a:lvl1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20F9-4F46-1684-6EC3-1F1CC28F7BC7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4EC4A-AB9A-BDEA-C540-C64C392481D1}"/>
              </a:ext>
            </a:extLst>
          </p:cNvPr>
          <p:cNvSpPr/>
          <p:nvPr userDrawn="1"/>
        </p:nvSpPr>
        <p:spPr>
          <a:xfrm>
            <a:off x="0" y="0"/>
            <a:ext cx="12192000" cy="697306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75562D00-79D4-D031-D194-DFC8F705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2" y="39186"/>
            <a:ext cx="12011978" cy="61893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128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referenc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720F9-4F46-1684-6EC3-1F1CC28F7BC7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099B61-3EAD-1879-C139-15FBC4C3D1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662" y="923925"/>
            <a:ext cx="5717801" cy="4396485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C882C4-A495-4FA8-21B0-0BCFDE7504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3219" y="923925"/>
            <a:ext cx="5717801" cy="4396485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38EE5D-508D-3057-ACAF-A22BDBCD41FD}"/>
              </a:ext>
            </a:extLst>
          </p:cNvPr>
          <p:cNvCxnSpPr/>
          <p:nvPr userDrawn="1"/>
        </p:nvCxnSpPr>
        <p:spPr>
          <a:xfrm>
            <a:off x="212872" y="5415279"/>
            <a:ext cx="11750358" cy="0"/>
          </a:xfrm>
          <a:prstGeom prst="line">
            <a:avLst/>
          </a:prstGeom>
          <a:ln w="12700">
            <a:solidFill>
              <a:srgbClr val="027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A13FC330-EADB-FD0F-B03B-31D0A22B69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2872" y="5415279"/>
            <a:ext cx="11750675" cy="1080000"/>
          </a:xfrm>
          <a:prstGeom prst="rect">
            <a:avLst/>
          </a:prstGeom>
        </p:spPr>
        <p:txBody>
          <a:bodyPr/>
          <a:lstStyle>
            <a:lvl1pPr marL="228600" indent="-228600" algn="l">
              <a:spcBef>
                <a:spcPts val="0"/>
              </a:spcBef>
              <a:buFont typeface="+mj-lt"/>
              <a:buAutoNum type="arabicParenR"/>
              <a:defRPr/>
            </a:lvl1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239B99-3D6F-342F-7E48-F5646F4277A9}"/>
              </a:ext>
            </a:extLst>
          </p:cNvPr>
          <p:cNvSpPr/>
          <p:nvPr userDrawn="1"/>
        </p:nvSpPr>
        <p:spPr>
          <a:xfrm>
            <a:off x="0" y="0"/>
            <a:ext cx="12192000" cy="697306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" name="Title 11">
            <a:extLst>
              <a:ext uri="{FF2B5EF4-FFF2-40B4-BE49-F238E27FC236}">
                <a16:creationId xmlns:a16="http://schemas.microsoft.com/office/drawing/2014/main" id="{A6E5A2F5-B94B-A4D6-A73C-C9D50520B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2" y="39186"/>
            <a:ext cx="12011978" cy="61893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94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referenc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6E3F4-EDA9-D6E9-D6FA-04B7E70FD7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662" y="923924"/>
            <a:ext cx="11750040" cy="4087925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7D9579-C027-2C0B-9F2A-B4A5F8A8C823}"/>
              </a:ext>
            </a:extLst>
          </p:cNvPr>
          <p:cNvCxnSpPr/>
          <p:nvPr userDrawn="1"/>
        </p:nvCxnSpPr>
        <p:spPr>
          <a:xfrm>
            <a:off x="220662" y="5080723"/>
            <a:ext cx="11750358" cy="0"/>
          </a:xfrm>
          <a:prstGeom prst="line">
            <a:avLst/>
          </a:prstGeom>
          <a:ln w="12700">
            <a:solidFill>
              <a:srgbClr val="027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E47F9A-DAA7-6544-C1C2-6B03287C1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0663" y="5081284"/>
            <a:ext cx="11750675" cy="1440000"/>
          </a:xfrm>
          <a:prstGeom prst="rect">
            <a:avLst/>
          </a:prstGeom>
        </p:spPr>
        <p:txBody>
          <a:bodyPr/>
          <a:lstStyle>
            <a:lvl1pPr marL="228600" indent="-228600" algn="l">
              <a:spcBef>
                <a:spcPts val="0"/>
              </a:spcBef>
              <a:buFont typeface="+mj-lt"/>
              <a:buAutoNum type="arabicParenR"/>
              <a:defRPr/>
            </a:lvl1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20F9-4F46-1684-6EC3-1F1CC28F7BC7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445E42-F472-1844-C499-FB2655EB4C40}"/>
              </a:ext>
            </a:extLst>
          </p:cNvPr>
          <p:cNvSpPr/>
          <p:nvPr userDrawn="1"/>
        </p:nvSpPr>
        <p:spPr>
          <a:xfrm>
            <a:off x="0" y="0"/>
            <a:ext cx="12192000" cy="697306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32E85FCA-EAA5-2AB9-F4CC-EF5E61C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2" y="39186"/>
            <a:ext cx="12011978" cy="61893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22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referenc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720F9-4F46-1684-6EC3-1F1CC28F7BC7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099B61-3EAD-1879-C139-15FBC4C3D1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662" y="923925"/>
            <a:ext cx="5717801" cy="4087932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C882C4-A495-4FA8-21B0-0BCFDE7504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3219" y="923925"/>
            <a:ext cx="5717801" cy="4087932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EEAE46-A5D4-D809-95A2-E59A41FBEDDB}"/>
              </a:ext>
            </a:extLst>
          </p:cNvPr>
          <p:cNvCxnSpPr/>
          <p:nvPr userDrawn="1"/>
        </p:nvCxnSpPr>
        <p:spPr>
          <a:xfrm>
            <a:off x="220662" y="5080723"/>
            <a:ext cx="11750358" cy="0"/>
          </a:xfrm>
          <a:prstGeom prst="line">
            <a:avLst/>
          </a:prstGeom>
          <a:ln w="12700">
            <a:solidFill>
              <a:srgbClr val="027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32645AF-907E-69AE-9AB0-A1875F938B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0663" y="5081284"/>
            <a:ext cx="11750675" cy="1440000"/>
          </a:xfrm>
          <a:prstGeom prst="rect">
            <a:avLst/>
          </a:prstGeom>
        </p:spPr>
        <p:txBody>
          <a:bodyPr/>
          <a:lstStyle>
            <a:lvl1pPr marL="228600" indent="-228600" algn="l">
              <a:spcBef>
                <a:spcPts val="0"/>
              </a:spcBef>
              <a:buFont typeface="+mj-lt"/>
              <a:buAutoNum type="arabicParenR"/>
              <a:defRPr/>
            </a:lvl1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8FE261-E44D-65F8-4995-A1A8C0EF799C}"/>
              </a:ext>
            </a:extLst>
          </p:cNvPr>
          <p:cNvSpPr/>
          <p:nvPr userDrawn="1"/>
        </p:nvSpPr>
        <p:spPr>
          <a:xfrm>
            <a:off x="0" y="0"/>
            <a:ext cx="12192000" cy="697306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4" name="Title 11">
            <a:extLst>
              <a:ext uri="{FF2B5EF4-FFF2-40B4-BE49-F238E27FC236}">
                <a16:creationId xmlns:a16="http://schemas.microsoft.com/office/drawing/2014/main" id="{28AF13C8-3D62-0A0B-2625-B425C6F7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2" y="39186"/>
            <a:ext cx="12011978" cy="61893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033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with referenc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6E3F4-EDA9-D6E9-D6FA-04B7E70FD7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662" y="923925"/>
            <a:ext cx="11750040" cy="3728306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7D9579-C027-2C0B-9F2A-B4A5F8A8C823}"/>
              </a:ext>
            </a:extLst>
          </p:cNvPr>
          <p:cNvCxnSpPr/>
          <p:nvPr userDrawn="1"/>
        </p:nvCxnSpPr>
        <p:spPr>
          <a:xfrm>
            <a:off x="220662" y="4721092"/>
            <a:ext cx="11750358" cy="0"/>
          </a:xfrm>
          <a:prstGeom prst="line">
            <a:avLst/>
          </a:prstGeom>
          <a:ln w="12700">
            <a:solidFill>
              <a:srgbClr val="027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E47F9A-DAA7-6544-C1C2-6B03287C1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0663" y="4721092"/>
            <a:ext cx="11750675" cy="1800192"/>
          </a:xfrm>
          <a:prstGeom prst="rect">
            <a:avLst/>
          </a:prstGeom>
        </p:spPr>
        <p:txBody>
          <a:bodyPr/>
          <a:lstStyle>
            <a:lvl1pPr marL="228600" indent="-228600" algn="l">
              <a:spcBef>
                <a:spcPts val="0"/>
              </a:spcBef>
              <a:buFont typeface="+mj-lt"/>
              <a:buAutoNum type="arabicParenR"/>
              <a:defRPr/>
            </a:lvl1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20F9-4F46-1684-6EC3-1F1CC28F7BC7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579F57-0F68-2636-F65F-A3CC5A8FA56E}"/>
              </a:ext>
            </a:extLst>
          </p:cNvPr>
          <p:cNvSpPr/>
          <p:nvPr userDrawn="1"/>
        </p:nvSpPr>
        <p:spPr>
          <a:xfrm>
            <a:off x="0" y="0"/>
            <a:ext cx="12192000" cy="697306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2" name="Title 11">
            <a:extLst>
              <a:ext uri="{FF2B5EF4-FFF2-40B4-BE49-F238E27FC236}">
                <a16:creationId xmlns:a16="http://schemas.microsoft.com/office/drawing/2014/main" id="{E6F0F1DF-4ADC-A4C1-811A-75C9C517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2" y="39186"/>
            <a:ext cx="12011978" cy="61893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2916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with referenc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720F9-4F46-1684-6EC3-1F1CC28F7BC7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099B61-3EAD-1879-C139-15FBC4C3D1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0662" y="923925"/>
            <a:ext cx="5717801" cy="3728303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C882C4-A495-4FA8-21B0-0BCFDE7504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3219" y="923925"/>
            <a:ext cx="5717801" cy="3728303"/>
          </a:xfrm>
          <a:prstGeom prst="rect">
            <a:avLst/>
          </a:prstGeom>
        </p:spPr>
        <p:txBody>
          <a:bodyPr/>
          <a:lstStyle>
            <a:lvl1pPr marL="457200" indent="-457200" algn="l" latinLnBrk="0">
              <a:lnSpc>
                <a:spcPct val="110000"/>
              </a:lnSpc>
              <a:buFont typeface="Wingdings" pitchFamily="2" charset="2"/>
              <a:buChar char="q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latinLnBrk="0">
              <a:lnSpc>
                <a:spcPct val="110000"/>
              </a:lnSpc>
              <a:buFont typeface="Wingdings" pitchFamily="2" charset="2"/>
              <a:buChar char="§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latinLnBrk="0">
              <a:lnSpc>
                <a:spcPct val="110000"/>
              </a:lnSpc>
              <a:buFont typeface="Arial" panose="020B0604020202020204" pitchFamily="34" charset="0"/>
              <a:buChar char="•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latinLnBrk="0">
              <a:lnSpc>
                <a:spcPct val="110000"/>
              </a:lnSpc>
              <a:buFont typeface="+mj-lt"/>
              <a:buAutoNum type="romanUcPeriod"/>
              <a:defRPr lang="en-GB" sz="2000" b="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491811-B71C-1315-9678-470334520D67}"/>
              </a:ext>
            </a:extLst>
          </p:cNvPr>
          <p:cNvCxnSpPr/>
          <p:nvPr userDrawn="1"/>
        </p:nvCxnSpPr>
        <p:spPr>
          <a:xfrm>
            <a:off x="220662" y="4721092"/>
            <a:ext cx="11750358" cy="0"/>
          </a:xfrm>
          <a:prstGeom prst="line">
            <a:avLst/>
          </a:prstGeom>
          <a:ln w="12700">
            <a:solidFill>
              <a:srgbClr val="027F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D3D79B59-A9F3-19C2-6125-FFD9C83A1B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0663" y="4721092"/>
            <a:ext cx="11750675" cy="1800192"/>
          </a:xfrm>
          <a:prstGeom prst="rect">
            <a:avLst/>
          </a:prstGeom>
        </p:spPr>
        <p:txBody>
          <a:bodyPr/>
          <a:lstStyle>
            <a:lvl1pPr marL="228600" indent="-228600" algn="l">
              <a:spcBef>
                <a:spcPts val="0"/>
              </a:spcBef>
              <a:buFont typeface="+mj-lt"/>
              <a:buAutoNum type="arabicParenR"/>
              <a:defRPr/>
            </a:lvl1pPr>
          </a:lstStyle>
          <a:p>
            <a:pPr lvl="0"/>
            <a:r>
              <a:rPr lang="en-GB"/>
              <a:t>Reference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6FE230-06A6-4728-5FB1-A71072CC5C4B}"/>
              </a:ext>
            </a:extLst>
          </p:cNvPr>
          <p:cNvSpPr/>
          <p:nvPr userDrawn="1"/>
        </p:nvSpPr>
        <p:spPr>
          <a:xfrm>
            <a:off x="0" y="0"/>
            <a:ext cx="12192000" cy="697306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5" name="Title 11">
            <a:extLst>
              <a:ext uri="{FF2B5EF4-FFF2-40B4-BE49-F238E27FC236}">
                <a16:creationId xmlns:a16="http://schemas.microsoft.com/office/drawing/2014/main" id="{1B50BC6B-6B92-4964-2FB2-69555AF4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22" y="39186"/>
            <a:ext cx="12011978" cy="61893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5893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B8E0DE-6C55-6201-2FCC-AB5B586CA1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303438"/>
            <a:ext cx="10515600" cy="880011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CA" sz="4800" kern="1200" dirty="0">
                <a:solidFill>
                  <a:schemeClr val="accent1"/>
                </a:solidFill>
                <a:latin typeface="+mn-lt"/>
                <a:ea typeface="Baskerville" panose="02020502070401020303" pitchFamily="18" charset="0"/>
                <a:cs typeface="+mj-cs"/>
              </a:defRPr>
            </a:lvl1pPr>
          </a:lstStyle>
          <a:p>
            <a:r>
              <a:rPr lang="en-GB"/>
              <a:t>Thanks for listening presentation</a:t>
            </a:r>
            <a:endParaRPr lang="en-C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B7F39F-D3A1-1603-229D-EE904FC2FC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3228" y="3490256"/>
            <a:ext cx="5865544" cy="383248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accent2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A3C0C70-692F-597B-9C05-E86E10969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63228" y="4041967"/>
            <a:ext cx="5865544" cy="383247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n-cs"/>
              </a:defRPr>
            </a:lvl1pPr>
            <a:lvl2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2pPr>
            <a:lvl3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3pPr>
            <a:lvl4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2800" kern="1200" dirty="0" smtClean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4pPr>
            <a:lvl5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CA" sz="2800" kern="1200" dirty="0">
                <a:solidFill>
                  <a:schemeClr val="bg1"/>
                </a:solidFill>
                <a:latin typeface="+mn-lt"/>
                <a:ea typeface="+mj-ea"/>
                <a:cs typeface="+mn-cs"/>
              </a:defRPr>
            </a:lvl5pPr>
          </a:lstStyle>
          <a:p>
            <a:pPr lvl="0"/>
            <a:r>
              <a:rPr lang="en-GB" err="1"/>
              <a:t>Firstname.lastname@mail.utoronto.ca</a:t>
            </a:r>
            <a:endParaRPr lang="en-GB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055B9E2-F1DC-231D-5D88-56CE0881EA0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0" t="28674" r="9999" b="28674"/>
          <a:stretch/>
        </p:blipFill>
        <p:spPr bwMode="auto">
          <a:xfrm>
            <a:off x="1329268" y="5388678"/>
            <a:ext cx="2542652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ue and black logo&#10;&#10;Description automatically generated">
            <a:extLst>
              <a:ext uri="{FF2B5EF4-FFF2-40B4-BE49-F238E27FC236}">
                <a16:creationId xmlns:a16="http://schemas.microsoft.com/office/drawing/2014/main" id="{742A7599-ABAE-240E-5033-FE9EB3B635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7" t="9834" r="3421" b="10910"/>
          <a:stretch/>
        </p:blipFill>
        <p:spPr>
          <a:xfrm>
            <a:off x="4593236" y="5388677"/>
            <a:ext cx="3178186" cy="900000"/>
          </a:xfrm>
          <a:prstGeom prst="rect">
            <a:avLst/>
          </a:prstGeom>
        </p:spPr>
      </p:pic>
      <p:pic>
        <p:nvPicPr>
          <p:cNvPr id="11" name="Picture 10" descr="A blue and black rectangles with black dots&#10;&#10;Description automatically generated">
            <a:extLst>
              <a:ext uri="{FF2B5EF4-FFF2-40B4-BE49-F238E27FC236}">
                <a16:creationId xmlns:a16="http://schemas.microsoft.com/office/drawing/2014/main" id="{43499CD9-47D1-D916-6730-EB8EFC6813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7" b="2663"/>
          <a:stretch/>
        </p:blipFill>
        <p:spPr>
          <a:xfrm>
            <a:off x="8492738" y="5388677"/>
            <a:ext cx="2369993" cy="90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632C14-6569-CD3E-F1C8-20170C276525}"/>
              </a:ext>
            </a:extLst>
          </p:cNvPr>
          <p:cNvSpPr txBox="1"/>
          <p:nvPr userDrawn="1"/>
        </p:nvSpPr>
        <p:spPr>
          <a:xfrm>
            <a:off x="11628922" y="6590145"/>
            <a:ext cx="563078" cy="27699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r"/>
            <a:fld id="{E2BC228E-1B92-1C4B-97CF-6FE9A5950AC7}" type="slidenum">
              <a:rPr lang="en-CA" sz="1200" b="0" kern="1200" spc="-20" smtClean="0">
                <a:solidFill>
                  <a:schemeClr val="bg1"/>
                </a:solidFill>
                <a:effectLst/>
                <a:latin typeface="+mn-lt"/>
                <a:ea typeface="+mj-ea"/>
                <a:cs typeface="Times New Roman" panose="02020603050405020304" pitchFamily="18" charset="0"/>
              </a:rPr>
              <a:t>‹#›</a:t>
            </a:fld>
            <a:endParaRPr lang="en-CA" sz="1200" b="0" kern="1200" spc="-20">
              <a:solidFill>
                <a:schemeClr val="bg1"/>
              </a:solidFill>
              <a:effectLst/>
              <a:latin typeface="+mn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993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E161A-C58E-46BC-841F-53FF186EAD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347200" y="645124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7FE1784-1781-499E-871F-3D16C04824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B03EF16-3E53-4F9D-BA38-011DC8385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92" y="149467"/>
            <a:ext cx="10155208" cy="721803"/>
          </a:xfrm>
          <a:prstGeom prst="rect">
            <a:avLst/>
          </a:prstGeom>
        </p:spPr>
        <p:txBody>
          <a:bodyPr anchor="ctr"/>
          <a:lstStyle>
            <a:lvl1pPr algn="l">
              <a:defRPr sz="21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944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187BAF-3B61-C868-6295-FD81DA2B0AF4}"/>
              </a:ext>
            </a:extLst>
          </p:cNvPr>
          <p:cNvSpPr/>
          <p:nvPr userDrawn="1"/>
        </p:nvSpPr>
        <p:spPr>
          <a:xfrm>
            <a:off x="4068000" y="6601522"/>
            <a:ext cx="4068000" cy="256478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0B7494-A9C1-196A-DFD7-B98C57F5722A}"/>
              </a:ext>
            </a:extLst>
          </p:cNvPr>
          <p:cNvSpPr/>
          <p:nvPr userDrawn="1"/>
        </p:nvSpPr>
        <p:spPr>
          <a:xfrm>
            <a:off x="0" y="6601522"/>
            <a:ext cx="4068000" cy="256478"/>
          </a:xfrm>
          <a:prstGeom prst="rect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9F7607-9502-DFCB-3B84-406167378C78}"/>
              </a:ext>
            </a:extLst>
          </p:cNvPr>
          <p:cNvSpPr txBox="1"/>
          <p:nvPr userDrawn="1"/>
        </p:nvSpPr>
        <p:spPr>
          <a:xfrm>
            <a:off x="4068000" y="6594649"/>
            <a:ext cx="405600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latinLnBrk="0"/>
            <a:r>
              <a:rPr lang="en-GB" sz="1200" kern="1200" dirty="0">
                <a:solidFill>
                  <a:schemeClr val="bg1"/>
                </a:solidFill>
                <a:latin typeface="+mj-lt"/>
                <a:ea typeface="Baskerville" panose="02020502070401020303" pitchFamily="18" charset="0"/>
                <a:cs typeface="+mn-cs"/>
              </a:rPr>
              <a:t>2025 Bayesian Modelling Workshop</a:t>
            </a:r>
            <a:endParaRPr lang="en-CA" sz="1200" kern="1200" dirty="0">
              <a:solidFill>
                <a:schemeClr val="bg1"/>
              </a:solidFill>
              <a:latin typeface="+mj-lt"/>
              <a:ea typeface="Baskerville" panose="02020502070401020303" pitchFamily="18" charset="0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E69AAE-C5CB-AA8E-0914-826D628E7AC8}"/>
              </a:ext>
            </a:extLst>
          </p:cNvPr>
          <p:cNvSpPr/>
          <p:nvPr userDrawn="1"/>
        </p:nvSpPr>
        <p:spPr>
          <a:xfrm>
            <a:off x="8136000" y="6601522"/>
            <a:ext cx="4068000" cy="256478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76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2" r:id="rId2"/>
    <p:sldLayoutId id="2147483690" r:id="rId3"/>
    <p:sldLayoutId id="2147483678" r:id="rId4"/>
    <p:sldLayoutId id="2147483677" r:id="rId5"/>
    <p:sldLayoutId id="2147483680" r:id="rId6"/>
    <p:sldLayoutId id="2147483679" r:id="rId7"/>
    <p:sldLayoutId id="2147483686" r:id="rId8"/>
    <p:sldLayoutId id="2147483687" r:id="rId9"/>
    <p:sldLayoutId id="2147483684" r:id="rId10"/>
    <p:sldLayoutId id="2147483685" r:id="rId11"/>
    <p:sldLayoutId id="2147483688" r:id="rId12"/>
    <p:sldLayoutId id="2147483689" r:id="rId13"/>
    <p:sldLayoutId id="2147483681" r:id="rId14"/>
    <p:sldLayoutId id="2147483691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1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lang="en-GB" sz="12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GB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CA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69034-A97C-20DD-0619-A2B68EE79F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3228" y="2853826"/>
            <a:ext cx="5865544" cy="383248"/>
          </a:xfrm>
        </p:spPr>
        <p:txBody>
          <a:bodyPr/>
          <a:lstStyle/>
          <a:p>
            <a:r>
              <a:rPr lang="en-CA" sz="2400" dirty="0"/>
              <a:t>Seungjae Lee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748A5-18F7-223F-029D-3D712CAAF6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3228" y="3425496"/>
            <a:ext cx="5865544" cy="611859"/>
          </a:xfrm>
        </p:spPr>
        <p:txBody>
          <a:bodyPr/>
          <a:lstStyle/>
          <a:p>
            <a:r>
              <a:rPr lang="en-CA" sz="1800" dirty="0"/>
              <a:t>Department of Civil &amp; Mineral Engineering</a:t>
            </a:r>
          </a:p>
          <a:p>
            <a:r>
              <a:rPr lang="en-CA" sz="1800" dirty="0"/>
              <a:t>University of Toronto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AE8680-F7A9-A7A0-196C-F7BBBFE9F5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3228" y="4443977"/>
            <a:ext cx="5865544" cy="383247"/>
          </a:xfrm>
        </p:spPr>
        <p:txBody>
          <a:bodyPr/>
          <a:lstStyle/>
          <a:p>
            <a:r>
              <a:rPr lang="en-CA" sz="2000" dirty="0"/>
              <a:t>May 22, 2025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AE676-BA93-B03D-71DC-BB0C4E46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Arial" panose="020B0604020202020204" pitchFamily="34" charset="0"/>
              </a:rPr>
              <a:t>2025 Bayesian Modelling Workshop</a:t>
            </a:r>
            <a:endParaRPr lang="en-CA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16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B2352B-413D-EDD8-F391-B348E44C2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Workshop Outline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3790B-0862-D6C2-16B7-E2DDC85651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1C2AA14-D6A1-5A92-E189-94D9B1CF66A5}"/>
              </a:ext>
            </a:extLst>
          </p:cNvPr>
          <p:cNvSpPr txBox="1">
            <a:spLocks/>
          </p:cNvSpPr>
          <p:nvPr/>
        </p:nvSpPr>
        <p:spPr>
          <a:xfrm>
            <a:off x="1076771" y="1527132"/>
            <a:ext cx="10037821" cy="4718958"/>
          </a:xfrm>
          <a:prstGeom prst="rect">
            <a:avLst/>
          </a:prstGeom>
        </p:spPr>
        <p:txBody>
          <a:bodyPr/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Wingdings" pitchFamily="2" charset="2"/>
              <a:buChar char="q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1pPr>
            <a:lvl2pPr marL="914400" indent="-4572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Wingdings" pitchFamily="2" charset="2"/>
              <a:buChar char="§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2pPr>
            <a:lvl3pPr marL="1485900" indent="-5715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3pPr>
            <a:lvl4pPr marL="1943100" indent="-5715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+mj-lt"/>
              <a:buAutoNum type="romanUcPeriod"/>
              <a:defRPr lang="en-GB" sz="2000" kern="1200" dirty="0" smtClean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CA" sz="2600" kern="1200" dirty="0">
                <a:solidFill>
                  <a:schemeClr val="tx1"/>
                </a:solidFill>
                <a:latin typeface="+mj-lt"/>
                <a:ea typeface="Baskerville" panose="02020502070401020303" pitchFamily="18" charset="0"/>
                <a:cs typeface="+mj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0"/>
              </a:spcBef>
            </a:pPr>
            <a:r>
              <a:rPr lang="en-CA" sz="2800" b="1" strike="sngStrike" dirty="0"/>
              <a:t>Measurement uncertainty and Bayesian estimation</a:t>
            </a:r>
            <a:endParaRPr lang="en-CA" sz="2800" strike="sngStrike" dirty="0"/>
          </a:p>
          <a:p>
            <a:pPr>
              <a:spcBef>
                <a:spcPts val="3000"/>
              </a:spcBef>
            </a:pPr>
            <a:r>
              <a:rPr lang="en-CA" sz="2800" b="1" strike="sngStrike" dirty="0"/>
              <a:t>Bayesian linear regression</a:t>
            </a:r>
            <a:endParaRPr lang="en-CA" sz="2800" strike="sngStrike" dirty="0"/>
          </a:p>
          <a:p>
            <a:pPr>
              <a:spcBef>
                <a:spcPts val="3000"/>
              </a:spcBef>
            </a:pPr>
            <a:r>
              <a:rPr lang="en-CA" sz="2800" b="1" dirty="0"/>
              <a:t>Latent/unobservable variables</a:t>
            </a:r>
            <a:endParaRPr lang="en-CA" sz="2800" dirty="0"/>
          </a:p>
          <a:p>
            <a:pPr>
              <a:spcBef>
                <a:spcPts val="3000"/>
              </a:spcBef>
            </a:pPr>
            <a:r>
              <a:rPr lang="en-CA" sz="2800" b="1" dirty="0"/>
              <a:t>Advanced Topics: </a:t>
            </a:r>
            <a:r>
              <a:rPr lang="en-US" sz="2800" dirty="0"/>
              <a:t>Design of Experiment and Optimization</a:t>
            </a:r>
            <a:endParaRPr lang="en-CA" sz="2800" b="1" dirty="0"/>
          </a:p>
        </p:txBody>
      </p:sp>
    </p:spTree>
    <p:extLst>
      <p:ext uri="{BB962C8B-B14F-4D97-AF65-F5344CB8AC3E}">
        <p14:creationId xmlns:p14="http://schemas.microsoft.com/office/powerpoint/2010/main" val="911742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0CEF15-1E0C-112A-3903-8995D90A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Gaussian Distribution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A852579-1CF0-D3A9-8EEC-1B59F64C3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792288"/>
            <a:ext cx="538162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681CC2-CC26-D048-CD2B-FFE020D90565}"/>
                  </a:ext>
                </a:extLst>
              </p:cNvPr>
              <p:cNvSpPr txBox="1"/>
              <p:nvPr/>
            </p:nvSpPr>
            <p:spPr>
              <a:xfrm>
                <a:off x="6392009" y="1087667"/>
                <a:ext cx="5612306" cy="53430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lnSpc>
                    <a:spcPct val="110000"/>
                  </a:lnSpc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A" sz="3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3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CA" sz="3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e>
                          <m:r>
                            <a:rPr lang="en-CA" sz="32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b="1" i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CA" sz="3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3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Cambria Math" panose="02040503050406030204" pitchFamily="18" charset="0"/>
                </a:endParaRPr>
              </a:p>
              <a:p>
                <a:pPr lvl="0">
                  <a:lnSpc>
                    <a:spcPct val="110000"/>
                  </a:lnSpc>
                  <a:spcAft>
                    <a:spcPts val="600"/>
                  </a:spcAft>
                  <a:defRPr/>
                </a:pPr>
                <a:r>
                  <a:rPr kumimoji="0" lang="en-CA" sz="32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Cambria Math" panose="02040503050406030204" pitchFamily="18" charset="0"/>
                  </a:rPr>
                  <a:t>Likelihood:</a:t>
                </a: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CA" sz="3200" b="1" i="1" smtClean="0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∏"/>
                          <m:ctrlPr>
                            <a:rPr lang="en-CA" sz="3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CA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CA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sz="3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CA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CA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CA" sz="3200" b="1" dirty="0"/>
              </a:p>
              <a:p>
                <a:pPr lvl="0">
                  <a:lnSpc>
                    <a:spcPct val="110000"/>
                  </a:lnSpc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A" sz="3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≔</m:t>
                      </m:r>
                      <m:r>
                        <a:rPr kumimoji="0" lang="en-CA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kumimoji="0" lang="en-CA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0" lang="en-CA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CA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  <m:e>
                          <m:r>
                            <a:rPr kumimoji="0" lang="en-CA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kumimoji="0" lang="en-CA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CA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CA" sz="3200" dirty="0">
                  <a:solidFill>
                    <a:prstClr val="black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CA" sz="3200" dirty="0">
                    <a:solidFill>
                      <a:prstClr val="black"/>
                    </a:solidFill>
                    <a:latin typeface="+mj-lt"/>
                    <a:ea typeface="Cambria Math" panose="02040503050406030204" pitchFamily="18" charset="0"/>
                  </a:rPr>
                  <a:t>Prior: non-informative flat </a:t>
                </a:r>
                <a:endParaRPr kumimoji="0" lang="en-CA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681CC2-CC26-D048-CD2B-FFE020D90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009" y="1087667"/>
                <a:ext cx="5612306" cy="5343066"/>
              </a:xfrm>
              <a:prstGeom prst="rect">
                <a:avLst/>
              </a:prstGeom>
              <a:blipFill>
                <a:blip r:embed="rId3"/>
                <a:stretch>
                  <a:fillRect l="-4457" b="-239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55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5BD27-0287-3A9E-2B96-1A23A55B7C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8B90898B-4D62-B401-94BD-7F0CF4FEB0F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Gaussian Distribution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14A44D-F47F-E06A-F106-13A431AB90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1600"/>
            <a:ext cx="2743200" cy="365125"/>
          </a:xfrm>
          <a:prstGeom prst="rect">
            <a:avLst/>
          </a:prstGeom>
        </p:spPr>
        <p:txBody>
          <a:bodyPr/>
          <a:lstStyle/>
          <a:p>
            <a:fld id="{97FE1784-1781-499E-871F-3D16C048249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5916BFD-C8CC-CA81-4DD0-345899D03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583" y="1703388"/>
            <a:ext cx="5991889" cy="437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139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1B138AD-FBFE-DE3C-397B-F66E77380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201" y="1785580"/>
            <a:ext cx="5959598" cy="37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1078FB-6370-F87D-B849-D5D49A928E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4C826B42-55B0-6CA3-9B00-116150F5DF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Gaussian Distribution</a:t>
            </a:r>
          </a:p>
        </p:txBody>
      </p:sp>
    </p:spTree>
    <p:extLst>
      <p:ext uri="{BB962C8B-B14F-4D97-AF65-F5344CB8AC3E}">
        <p14:creationId xmlns:p14="http://schemas.microsoft.com/office/powerpoint/2010/main" val="133546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B6B23-3820-2430-A172-334426B16D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855AAC3B-36EA-B22F-28D5-EFCA8A3256DD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Gaussian Distribution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F9262E-041C-FDD4-2A3D-1BA0C332618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1600"/>
            <a:ext cx="2743200" cy="365125"/>
          </a:xfrm>
          <a:prstGeom prst="rect">
            <a:avLst/>
          </a:prstGeom>
        </p:spPr>
        <p:txBody>
          <a:bodyPr/>
          <a:lstStyle/>
          <a:p>
            <a:fld id="{97FE1784-1781-499E-871F-3D16C048249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CBF6570-0464-776F-59B7-941C899FD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552" y="1756257"/>
            <a:ext cx="5959598" cy="37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626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BB8E609-BEA4-BA19-E46A-FEA3DFAA8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649" y="1790985"/>
            <a:ext cx="5852903" cy="37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0CD2D1-DB5F-52CB-EEA4-78F884D62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3060D36-4AB8-CBCD-C64C-DD708101E44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Gaussian Distribution</a:t>
            </a:r>
          </a:p>
        </p:txBody>
      </p:sp>
    </p:spTree>
    <p:extLst>
      <p:ext uri="{BB962C8B-B14F-4D97-AF65-F5344CB8AC3E}">
        <p14:creationId xmlns:p14="http://schemas.microsoft.com/office/powerpoint/2010/main" val="3040763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BB8E609-BEA4-BA19-E46A-FEA3DFAA8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97" y="2411868"/>
            <a:ext cx="5852903" cy="37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FBD2C0-57C2-DA24-22F2-CABE666886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3060D36-4AB8-CBCD-C64C-DD708101E44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Gaussian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C9CC4F-5151-04E4-29DE-6FF4A675C5AB}"/>
                  </a:ext>
                </a:extLst>
              </p:cNvPr>
              <p:cNvSpPr txBox="1"/>
              <p:nvPr/>
            </p:nvSpPr>
            <p:spPr>
              <a:xfrm>
                <a:off x="317501" y="1224431"/>
                <a:ext cx="11556999" cy="710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10000"/>
                  </a:lnSpc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A" sz="3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3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3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CA" sz="3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3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32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3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3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32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b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CA" sz="3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CA" sz="3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C9CC4F-5151-04E4-29DE-6FF4A675C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1" y="1224431"/>
                <a:ext cx="11556999" cy="710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430150-EF7A-ACDA-4ECC-D973F61C64CC}"/>
                  </a:ext>
                </a:extLst>
              </p:cNvPr>
              <p:cNvSpPr txBox="1"/>
              <p:nvPr/>
            </p:nvSpPr>
            <p:spPr>
              <a:xfrm>
                <a:off x="6096000" y="2609355"/>
                <a:ext cx="6117770" cy="1715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32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Cambria Math" panose="02040503050406030204" pitchFamily="18" charset="0"/>
                  </a:rPr>
                  <a:t>Likelihood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kumimoji="0" lang="en-CA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kumimoji="0" lang="en-CA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CA" sz="32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  <m:e>
                          <m:sSub>
                            <m:sSubPr>
                              <m:ctrlP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CA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sz="3200" dirty="0">
                  <a:latin typeface="+mj-lt"/>
                </a:endParaRPr>
              </a:p>
              <a:p>
                <a:pPr lvl="0" latinLnBrk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kumimoji="0" lang="en-CA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3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</m:e>
                        <m:e>
                          <m:sSub>
                            <m:sSubPr>
                              <m:ctrlP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CA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0" lang="en-CA" sz="3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CA" sz="3200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B430150-EF7A-ACDA-4ECC-D973F61C6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609355"/>
                <a:ext cx="6117770" cy="1715598"/>
              </a:xfrm>
              <a:prstGeom prst="rect">
                <a:avLst/>
              </a:prstGeom>
              <a:blipFill>
                <a:blip r:embed="rId5"/>
                <a:stretch>
                  <a:fillRect l="-2490" t="-462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57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64828-6A3A-C9D2-4BEE-D422326173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9A23C4BD-277C-D1B9-764D-23B734F3083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Gaussian Mixture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9B2A57-DAD0-1C84-EF42-40A92CE9128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1600"/>
            <a:ext cx="2743200" cy="365125"/>
          </a:xfrm>
          <a:prstGeom prst="rect">
            <a:avLst/>
          </a:prstGeom>
        </p:spPr>
        <p:txBody>
          <a:bodyPr/>
          <a:lstStyle/>
          <a:p>
            <a:fld id="{97FE1784-1781-499E-871F-3D16C048249A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5F5CCA-741A-F272-E60A-2AF59931AF23}"/>
                  </a:ext>
                </a:extLst>
              </p:cNvPr>
              <p:cNvSpPr txBox="1"/>
              <p:nvPr/>
            </p:nvSpPr>
            <p:spPr>
              <a:xfrm>
                <a:off x="159655" y="1810263"/>
                <a:ext cx="12090400" cy="3344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10000"/>
                  </a:lnSpc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A" sz="3200" b="1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𝐳</m:t>
                      </m:r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3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sz="3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3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p>
                            <m:sSup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CA" sz="3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32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CA" sz="3200" dirty="0">
                  <a:solidFill>
                    <a:prstClr val="black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 lvl="0">
                  <a:lnSpc>
                    <a:spcPct val="110000"/>
                  </a:lnSpc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3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d>
                            <m:dPr>
                              <m:ctrlP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CA" sz="3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CA" sz="3200" dirty="0">
                  <a:solidFill>
                    <a:prstClr val="black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 lvl="0">
                  <a:lnSpc>
                    <a:spcPct val="110000"/>
                  </a:lnSpc>
                  <a:spcAft>
                    <a:spcPts val="600"/>
                  </a:spcAft>
                  <a:defRPr/>
                </a:pPr>
                <a:r>
                  <a:rPr lang="en-CA" sz="3200" b="0" dirty="0">
                    <a:solidFill>
                      <a:prstClr val="black"/>
                    </a:solidFill>
                    <a:latin typeface="+mj-lt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3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d>
                          <m:dPr>
                            <m:ctrlPr>
                              <a:rPr lang="en-CA" sz="3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3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CA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A" sz="3200" b="0" dirty="0">
                    <a:solidFill>
                      <a:prstClr val="black"/>
                    </a:solidFill>
                    <a:latin typeface="+mj-lt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CA" sz="3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3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en-CA" sz="3200" b="0" dirty="0">
                    <a:solidFill>
                      <a:prstClr val="black"/>
                    </a:solidFill>
                    <a:latin typeface="+mj-lt"/>
                    <a:ea typeface="Cambria Math" panose="02040503050406030204" pitchFamily="18" charset="0"/>
                  </a:rPr>
                  <a:t> is from the first distribution, i.e., </a:t>
                </a:r>
                <a14:m>
                  <m:oMath xmlns:m="http://schemas.openxmlformats.org/officeDocument/2006/math">
                    <m:r>
                      <a:rPr lang="en-CA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CA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CA" sz="3200" b="0" dirty="0">
                  <a:solidFill>
                    <a:prstClr val="black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 lvl="0">
                  <a:lnSpc>
                    <a:spcPct val="110000"/>
                  </a:lnSpc>
                  <a:spcAft>
                    <a:spcPts val="600"/>
                  </a:spcAft>
                  <a:defRPr/>
                </a:pPr>
                <a:r>
                  <a:rPr lang="en-CA" sz="3200" dirty="0">
                    <a:solidFill>
                      <a:prstClr val="black"/>
                    </a:solidFill>
                    <a:latin typeface="+mj-lt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d>
                          <m:dPr>
                            <m:ctrlP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CA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0" lang="en-CA" sz="32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en-CA" sz="32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is from the second distribution, i.e.,</a:t>
                </a:r>
                <a:r>
                  <a:rPr kumimoji="0" lang="en-CA" sz="3200" b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CA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kumimoji="0" lang="en-CA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CA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sz="3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  <m:e>
                        <m:sSub>
                          <m:sSubPr>
                            <m:ctrlPr>
                              <a:rPr kumimoji="0" lang="en-CA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CA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kumimoji="0" lang="en-CA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CA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kumimoji="0" lang="en-CA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0" lang="en-CA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kumimoji="0" lang="en-CA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0" lang="en-CA" sz="3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CA" sz="3200" b="0" dirty="0">
                  <a:solidFill>
                    <a:prstClr val="black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 lvl="0">
                  <a:lnSpc>
                    <a:spcPct val="110000"/>
                  </a:lnSpc>
                  <a:spcAft>
                    <a:spcPts val="600"/>
                  </a:spcAft>
                  <a:defRPr/>
                </a:pPr>
                <a:endParaRPr kumimoji="0" lang="en-CA" sz="3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5F5CCA-741A-F272-E60A-2AF59931A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55" y="1810263"/>
                <a:ext cx="12090400" cy="3344185"/>
              </a:xfrm>
              <a:prstGeom prst="rect">
                <a:avLst/>
              </a:prstGeom>
              <a:blipFill>
                <a:blip r:embed="rId2"/>
                <a:stretch>
                  <a:fillRect l="-126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DD4C44-D7FC-D030-2584-9B8751FF58A7}"/>
                  </a:ext>
                </a:extLst>
              </p:cNvPr>
              <p:cNvSpPr txBox="1"/>
              <p:nvPr/>
            </p:nvSpPr>
            <p:spPr>
              <a:xfrm>
                <a:off x="682171" y="5154448"/>
                <a:ext cx="10827658" cy="710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10000"/>
                  </a:lnSpc>
                  <a:spcAft>
                    <a:spcPts val="6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A" sz="32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3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32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32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32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𝐳</m:t>
                          </m:r>
                        </m:e>
                        <m:e>
                          <m:r>
                            <a:rPr lang="en-CA" sz="32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32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e>
                          <m:r>
                            <a:rPr lang="en-CA" sz="32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𝐳</m:t>
                          </m:r>
                          <m:r>
                            <a:rPr lang="en-CA" sz="32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CA" sz="3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CA" sz="3200" b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𝐳</m:t>
                      </m:r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32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3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32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0" lang="en-CA" sz="32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4DD4C44-D7FC-D030-2584-9B8751FF5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71" y="5154448"/>
                <a:ext cx="10827658" cy="710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50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06CAA-D4E1-7062-CE43-A4D9992800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4D4E9CA-9FB7-1EEB-5436-D8F3E1461C8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Gaussian Mixture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0A08D5-F341-8D3C-8EF4-B0729EB4075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1600"/>
            <a:ext cx="2743200" cy="365125"/>
          </a:xfrm>
          <a:prstGeom prst="rect">
            <a:avLst/>
          </a:prstGeom>
        </p:spPr>
        <p:txBody>
          <a:bodyPr/>
          <a:lstStyle/>
          <a:p>
            <a:fld id="{97FE1784-1781-499E-871F-3D16C048249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D0B0A60-E6B6-84A5-6DB2-65A91AE3F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10" y="1821542"/>
            <a:ext cx="6492980" cy="425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66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41FB79-9552-27FC-EDCF-9F10B388AE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68CAF376-F990-4CFE-909E-0CC1E174AE6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Mixture of Linear Models</a:t>
            </a:r>
          </a:p>
        </p:txBody>
      </p:sp>
      <p:sp>
        <p:nvSpPr>
          <p:cNvPr id="31" name="Slide Number Placeholder 1">
            <a:extLst>
              <a:ext uri="{FF2B5EF4-FFF2-40B4-BE49-F238E27FC236}">
                <a16:creationId xmlns:a16="http://schemas.microsoft.com/office/drawing/2014/main" id="{562B0CF5-93B4-452C-8203-5F9085EC29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160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FE1784-1781-499E-871F-3D16C04824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F70B3A-D9ED-E5C7-A1D8-6BB3C3F4E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88" y="1596936"/>
            <a:ext cx="5610225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941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FCB8F61-51FF-C85C-CA99-53F3B242791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Another Example – Missing Data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CFE3FC-83B6-DFBE-5756-F05726361ACD}"/>
              </a:ext>
            </a:extLst>
          </p:cNvPr>
          <p:cNvSpPr/>
          <p:nvPr/>
        </p:nvSpPr>
        <p:spPr>
          <a:xfrm>
            <a:off x="1696811" y="1973162"/>
            <a:ext cx="914400" cy="9144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latinLnBrk="0"/>
            <a:r>
              <a:rPr lang="en-CA" sz="2800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7F56366-8DDC-5BCC-C480-BDE0FA679A29}"/>
              </a:ext>
            </a:extLst>
          </p:cNvPr>
          <p:cNvSpPr/>
          <p:nvPr/>
        </p:nvSpPr>
        <p:spPr>
          <a:xfrm>
            <a:off x="5638801" y="1973162"/>
            <a:ext cx="914400" cy="9144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latinLnBrk="0"/>
            <a:r>
              <a:rPr lang="en-CA" sz="2800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78D162-5BED-9BBF-4EC4-941F2764C75B}"/>
              </a:ext>
            </a:extLst>
          </p:cNvPr>
          <p:cNvSpPr/>
          <p:nvPr/>
        </p:nvSpPr>
        <p:spPr>
          <a:xfrm>
            <a:off x="9580790" y="1973162"/>
            <a:ext cx="914400" cy="9144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latinLnBrk="0"/>
            <a:r>
              <a:rPr lang="en-CA" sz="2800" dirty="0"/>
              <a:t>z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A431F1-7ED9-E888-F9FB-C0D02AEF2CDB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2611211" y="2430362"/>
            <a:ext cx="302759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48D859D-D688-72DA-D3E2-FC102063E735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6553201" y="2430362"/>
            <a:ext cx="302758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E33584-232B-3224-3C48-BC47DB569A15}"/>
                  </a:ext>
                </a:extLst>
              </p:cNvPr>
              <p:cNvSpPr txBox="1"/>
              <p:nvPr/>
            </p:nvSpPr>
            <p:spPr>
              <a:xfrm>
                <a:off x="2682195" y="3096406"/>
                <a:ext cx="2885620" cy="10248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latinLnBrk="0">
                  <a:lnSpc>
                    <a:spcPct val="11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3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CA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3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CA" sz="23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3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CA" sz="23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3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CA" sz="23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CA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3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CA" sz="23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CA" sz="2300" b="0" dirty="0"/>
              </a:p>
              <a:p>
                <a:pPr latinLnBrk="0">
                  <a:lnSpc>
                    <a:spcPct val="11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3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CA" sz="23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30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CA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CA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sSub>
                        <m:sSubPr>
                          <m:ctrlPr>
                            <a:rPr lang="en-CA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CA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3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BE33584-232B-3224-3C48-BC47DB569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195" y="3096406"/>
                <a:ext cx="2885620" cy="10248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DC2C12-F8CC-A9BA-76CC-ED72451281D4}"/>
                  </a:ext>
                </a:extLst>
              </p:cNvPr>
              <p:cNvSpPr txBox="1"/>
              <p:nvPr/>
            </p:nvSpPr>
            <p:spPr>
              <a:xfrm>
                <a:off x="6624185" y="3096406"/>
                <a:ext cx="2885620" cy="10248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latinLnBrk="0">
                  <a:lnSpc>
                    <a:spcPct val="11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3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aln/>
                        </m:rPr>
                        <a:rPr lang="en-CA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3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CA" sz="23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CA" sz="23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CA" sz="23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3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CA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3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CA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sz="2300" b="0" dirty="0"/>
              </a:p>
              <a:p>
                <a:pPr latinLnBrk="0">
                  <a:lnSpc>
                    <a:spcPct val="11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3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CA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sz="230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CA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CA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sSub>
                        <m:sSubPr>
                          <m:ctrlPr>
                            <a:rPr lang="en-CA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CA" sz="23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sz="23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3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DC2C12-F8CC-A9BA-76CC-ED7245128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185" y="3096406"/>
                <a:ext cx="2885620" cy="10248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712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FC3FD6A8-841A-F405-E69F-DBC4E55E796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Another Example – Missing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EE123-8CAC-B92A-BFEF-5AFB01CB5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92" y="1567187"/>
            <a:ext cx="3471803" cy="476794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1EB2626-8DE4-3021-8C20-B9A7032590D4}"/>
              </a:ext>
            </a:extLst>
          </p:cNvPr>
          <p:cNvGrpSpPr/>
          <p:nvPr/>
        </p:nvGrpSpPr>
        <p:grpSpPr>
          <a:xfrm>
            <a:off x="5783942" y="1316143"/>
            <a:ext cx="4934858" cy="914400"/>
            <a:chOff x="3628571" y="1768556"/>
            <a:chExt cx="4934858" cy="9144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AF78E76-3AAE-D4B9-2A38-708B02D4C565}"/>
                </a:ext>
              </a:extLst>
            </p:cNvPr>
            <p:cNvSpPr/>
            <p:nvPr/>
          </p:nvSpPr>
          <p:spPr>
            <a:xfrm>
              <a:off x="3628571" y="1768556"/>
              <a:ext cx="914400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latinLnBrk="0"/>
              <a:r>
                <a:rPr lang="en-CA" sz="2800" dirty="0"/>
                <a:t>x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6D8294B-98D5-85D8-BB6A-DC43BE8E2ECE}"/>
                </a:ext>
              </a:extLst>
            </p:cNvPr>
            <p:cNvSpPr/>
            <p:nvPr/>
          </p:nvSpPr>
          <p:spPr>
            <a:xfrm>
              <a:off x="5638800" y="1768556"/>
              <a:ext cx="914400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latinLnBrk="0"/>
              <a:r>
                <a:rPr lang="en-CA" sz="2800" dirty="0"/>
                <a:t>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304C30D-8BC7-FF64-8364-A00652FE1CB0}"/>
                </a:ext>
              </a:extLst>
            </p:cNvPr>
            <p:cNvSpPr/>
            <p:nvPr/>
          </p:nvSpPr>
          <p:spPr>
            <a:xfrm>
              <a:off x="7649029" y="1768556"/>
              <a:ext cx="914400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latinLnBrk="0"/>
              <a:r>
                <a:rPr lang="en-CA" sz="2800" dirty="0"/>
                <a:t>z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B1FC2A5-B76F-D98E-99AB-011361B6CF89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4542971" y="2225756"/>
              <a:ext cx="109582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10F4B27-CB34-F247-C443-EEF5447072B8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6553200" y="2225756"/>
              <a:ext cx="109582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F4586A-B644-4821-9A2F-C6DDBA2E6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196" y="2653558"/>
            <a:ext cx="508635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820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FC3FD6A8-841A-F405-E69F-DBC4E55E796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Another Example – Missing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EE123-8CAC-B92A-BFEF-5AFB01CB5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92" y="1567187"/>
            <a:ext cx="3471803" cy="476794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1EB2626-8DE4-3021-8C20-B9A7032590D4}"/>
              </a:ext>
            </a:extLst>
          </p:cNvPr>
          <p:cNvGrpSpPr/>
          <p:nvPr/>
        </p:nvGrpSpPr>
        <p:grpSpPr>
          <a:xfrm>
            <a:off x="5783942" y="1316143"/>
            <a:ext cx="4934858" cy="914400"/>
            <a:chOff x="3628571" y="1768556"/>
            <a:chExt cx="4934858" cy="9144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AF78E76-3AAE-D4B9-2A38-708B02D4C565}"/>
                </a:ext>
              </a:extLst>
            </p:cNvPr>
            <p:cNvSpPr/>
            <p:nvPr/>
          </p:nvSpPr>
          <p:spPr>
            <a:xfrm>
              <a:off x="3628571" y="1768556"/>
              <a:ext cx="914400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latinLnBrk="0"/>
              <a:r>
                <a:rPr lang="en-CA" sz="2800" dirty="0"/>
                <a:t>x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6D8294B-98D5-85D8-BB6A-DC43BE8E2ECE}"/>
                </a:ext>
              </a:extLst>
            </p:cNvPr>
            <p:cNvSpPr/>
            <p:nvPr/>
          </p:nvSpPr>
          <p:spPr>
            <a:xfrm>
              <a:off x="5638800" y="1768556"/>
              <a:ext cx="914400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latinLnBrk="0"/>
              <a:r>
                <a:rPr lang="en-CA" sz="2800" dirty="0"/>
                <a:t>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304C30D-8BC7-FF64-8364-A00652FE1CB0}"/>
                </a:ext>
              </a:extLst>
            </p:cNvPr>
            <p:cNvSpPr/>
            <p:nvPr/>
          </p:nvSpPr>
          <p:spPr>
            <a:xfrm>
              <a:off x="7649029" y="1768556"/>
              <a:ext cx="914400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latinLnBrk="0"/>
              <a:r>
                <a:rPr lang="en-CA" sz="2800" dirty="0"/>
                <a:t>z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B1FC2A5-B76F-D98E-99AB-011361B6CF89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4542971" y="2225756"/>
              <a:ext cx="109582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10F4B27-CB34-F247-C443-EEF5447072B8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6553200" y="2225756"/>
              <a:ext cx="109582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574054CF-7E7F-C21F-4CC1-07CA230E4B1F}"/>
              </a:ext>
            </a:extLst>
          </p:cNvPr>
          <p:cNvSpPr/>
          <p:nvPr/>
        </p:nvSpPr>
        <p:spPr>
          <a:xfrm>
            <a:off x="2046514" y="3873500"/>
            <a:ext cx="899886" cy="24257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latinLnBrk="0"/>
            <a:r>
              <a:rPr lang="en-CA" dirty="0"/>
              <a:t>NA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685370-6455-F09C-D97F-6161957FF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283" y="2602758"/>
            <a:ext cx="52101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411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FC3FD6A8-841A-F405-E69F-DBC4E55E796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Another Example – Missing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EE123-8CAC-B92A-BFEF-5AFB01CB5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92" y="1567187"/>
            <a:ext cx="3471803" cy="476794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1EB2626-8DE4-3021-8C20-B9A7032590D4}"/>
              </a:ext>
            </a:extLst>
          </p:cNvPr>
          <p:cNvGrpSpPr/>
          <p:nvPr/>
        </p:nvGrpSpPr>
        <p:grpSpPr>
          <a:xfrm>
            <a:off x="5783942" y="1316143"/>
            <a:ext cx="4934858" cy="914400"/>
            <a:chOff x="3628571" y="1768556"/>
            <a:chExt cx="4934858" cy="9144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AF78E76-3AAE-D4B9-2A38-708B02D4C565}"/>
                </a:ext>
              </a:extLst>
            </p:cNvPr>
            <p:cNvSpPr/>
            <p:nvPr/>
          </p:nvSpPr>
          <p:spPr>
            <a:xfrm>
              <a:off x="3628571" y="1768556"/>
              <a:ext cx="914400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latinLnBrk="0"/>
              <a:r>
                <a:rPr lang="en-CA" sz="2800" dirty="0"/>
                <a:t>x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6D8294B-98D5-85D8-BB6A-DC43BE8E2ECE}"/>
                </a:ext>
              </a:extLst>
            </p:cNvPr>
            <p:cNvSpPr/>
            <p:nvPr/>
          </p:nvSpPr>
          <p:spPr>
            <a:xfrm>
              <a:off x="5638800" y="1768556"/>
              <a:ext cx="914400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latinLnBrk="0"/>
              <a:r>
                <a:rPr lang="en-CA" sz="2800" dirty="0"/>
                <a:t>y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304C30D-8BC7-FF64-8364-A00652FE1CB0}"/>
                </a:ext>
              </a:extLst>
            </p:cNvPr>
            <p:cNvSpPr/>
            <p:nvPr/>
          </p:nvSpPr>
          <p:spPr>
            <a:xfrm>
              <a:off x="7649029" y="1768556"/>
              <a:ext cx="914400" cy="91440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latinLnBrk="0"/>
              <a:r>
                <a:rPr lang="en-CA" sz="2800" dirty="0"/>
                <a:t>z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B1FC2A5-B76F-D98E-99AB-011361B6CF89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4542971" y="2225756"/>
              <a:ext cx="109582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10F4B27-CB34-F247-C443-EEF5447072B8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6553200" y="2225756"/>
              <a:ext cx="109582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61D3BC5-5C37-8733-C9D0-5D1D7E65314E}"/>
              </a:ext>
            </a:extLst>
          </p:cNvPr>
          <p:cNvSpPr/>
          <p:nvPr/>
        </p:nvSpPr>
        <p:spPr>
          <a:xfrm>
            <a:off x="2046514" y="3873500"/>
            <a:ext cx="899886" cy="24257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 latinLnBrk="0"/>
            <a:r>
              <a:rPr lang="en-CA" dirty="0"/>
              <a:t>NA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5FC6BDC-D7A5-7258-804D-D7413024A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421" y="2590058"/>
            <a:ext cx="52959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580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4F3AC6-33B7-677E-184D-680EA3D13D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9681" y="2740025"/>
            <a:ext cx="9672638" cy="1958975"/>
          </a:xfrm>
        </p:spPr>
        <p:txBody>
          <a:bodyPr/>
          <a:lstStyle/>
          <a:p>
            <a:pPr marL="0" indent="0" algn="ctr">
              <a:buNone/>
            </a:pPr>
            <a:r>
              <a:rPr lang="en-CA" sz="4000" b="1" dirty="0"/>
              <a:t>Exercise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23DFC7-97EB-DF39-C6ED-6234061F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6457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A3E93-5D9E-57A6-4D61-08FB343D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9E792-64BF-FF8C-5B34-D3FE1A1CD5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dirty="0"/>
              <a:t>Seungjae Lee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6781B-C0B0-F1DF-D001-A1C9BF40F8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sjae.lee@utoronto.ca</a:t>
            </a:r>
          </a:p>
        </p:txBody>
      </p:sp>
    </p:spTree>
    <p:extLst>
      <p:ext uri="{BB962C8B-B14F-4D97-AF65-F5344CB8AC3E}">
        <p14:creationId xmlns:p14="http://schemas.microsoft.com/office/powerpoint/2010/main" val="3080338010"/>
      </p:ext>
    </p:extLst>
  </p:cSld>
  <p:clrMapOvr>
    <a:masterClrMapping/>
  </p:clrMapOvr>
</p:sld>
</file>

<file path=ppt/theme/theme1.xml><?xml version="1.0" encoding="utf-8"?>
<a:theme xmlns:a="http://schemas.openxmlformats.org/drawingml/2006/main" name="IIB Presentation">
  <a:themeElements>
    <a:clrScheme name="UT - edited">
      <a:dk1>
        <a:srgbClr val="000000"/>
      </a:dk1>
      <a:lt1>
        <a:srgbClr val="FEFFFF"/>
      </a:lt1>
      <a:dk2>
        <a:srgbClr val="929292"/>
      </a:dk2>
      <a:lt2>
        <a:srgbClr val="FEFFFF"/>
      </a:lt2>
      <a:accent1>
        <a:srgbClr val="002554"/>
      </a:accent1>
      <a:accent2>
        <a:srgbClr val="0E6EC6"/>
      </a:accent2>
      <a:accent3>
        <a:srgbClr val="FF7E0F"/>
      </a:accent3>
      <a:accent4>
        <a:srgbClr val="F9CA22"/>
      </a:accent4>
      <a:accent5>
        <a:srgbClr val="CF222B"/>
      </a:accent5>
      <a:accent6>
        <a:srgbClr val="77C4D4"/>
      </a:accent6>
      <a:hlink>
        <a:srgbClr val="00B0F0"/>
      </a:hlink>
      <a:folHlink>
        <a:srgbClr val="7030A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38100">
          <a:solidFill>
            <a:schemeClr val="accent1"/>
          </a:solidFill>
        </a:ln>
      </a:spPr>
      <a:bodyPr rtlCol="0" anchor="ctr"/>
      <a:lstStyle>
        <a:defPPr algn="ctr" latinLnBrk="0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marL="457200" indent="-457200" algn="l" latinLnBrk="0">
          <a:buFont typeface="Arial" panose="020B0604020202020204" pitchFamily="34" charset="0"/>
          <a:buChar char="•"/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1cea1b5-b8b8-49a7-ad55-9815503a2de3" xsi:nil="true"/>
    <lcf76f155ced4ddcb4097134ff3c332f xmlns="a777d6bd-13f9-427d-90d8-3493e6e6135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917C783DC76484FB8EE4E2E915C826D" ma:contentTypeVersion="14" ma:contentTypeDescription="새 문서를 만듭니다." ma:contentTypeScope="" ma:versionID="5970496cfac6c8ed8dd979ecb5c5ac3e">
  <xsd:schema xmlns:xsd="http://www.w3.org/2001/XMLSchema" xmlns:xs="http://www.w3.org/2001/XMLSchema" xmlns:p="http://schemas.microsoft.com/office/2006/metadata/properties" xmlns:ns2="a777d6bd-13f9-427d-90d8-3493e6e6135a" xmlns:ns3="21cea1b5-b8b8-49a7-ad55-9815503a2de3" targetNamespace="http://schemas.microsoft.com/office/2006/metadata/properties" ma:root="true" ma:fieldsID="b3948081e9c420d0af992ef9601bf8ae" ns2:_="" ns3:_="">
    <xsd:import namespace="a777d6bd-13f9-427d-90d8-3493e6e6135a"/>
    <xsd:import namespace="21cea1b5-b8b8-49a7-ad55-9815503a2d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77d6bd-13f9-427d-90d8-3493e6e613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fe164b29-4069-4387-b6aa-f01f2a1f4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cea1b5-b8b8-49a7-ad55-9815503a2de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e36991e-8389-40b7-b6ac-3475d54b53c7}" ma:internalName="TaxCatchAll" ma:showField="CatchAllData" ma:web="21cea1b5-b8b8-49a7-ad55-9815503a2d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BCF156-7021-46E7-A8A5-2912D271110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6BB44E-DDA9-4A4E-8422-24BFBB7878E2}">
  <ds:schemaRefs>
    <ds:schemaRef ds:uri="http://purl.org/dc/elements/1.1/"/>
    <ds:schemaRef ds:uri="http://purl.org/dc/terms/"/>
    <ds:schemaRef ds:uri="http://schemas.microsoft.com/office/2006/documentManagement/types"/>
    <ds:schemaRef ds:uri="a777d6bd-13f9-427d-90d8-3493e6e6135a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1cea1b5-b8b8-49a7-ad55-9815503a2de3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75F35C7-3041-4C40-AE9D-9C5AA7725281}">
  <ds:schemaRefs>
    <ds:schemaRef ds:uri="21cea1b5-b8b8-49a7-ad55-9815503a2de3"/>
    <ds:schemaRef ds:uri="a777d6bd-13f9-427d-90d8-3493e6e613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4951</TotalTime>
  <Words>266</Words>
  <Application>Microsoft Office PowerPoint</Application>
  <PresentationFormat>Widescreen</PresentationFormat>
  <Paragraphs>75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Calibri</vt:lpstr>
      <vt:lpstr>Cambria Math</vt:lpstr>
      <vt:lpstr>Wingdings</vt:lpstr>
      <vt:lpstr>IIB Presentation</vt:lpstr>
      <vt:lpstr>2025 Bayesian Modelling Workshop</vt:lpstr>
      <vt:lpstr>Workshop Outline</vt:lpstr>
      <vt:lpstr>Gaussian Distribution</vt:lpstr>
      <vt:lpstr>Gaussian Distribution</vt:lpstr>
      <vt:lpstr>Gaussian Distribution</vt:lpstr>
      <vt:lpstr>Gaussian Distribution</vt:lpstr>
      <vt:lpstr>Gaussian Distribution</vt:lpstr>
      <vt:lpstr>Gaussian Distribution</vt:lpstr>
      <vt:lpstr>Gaussian Mixture</vt:lpstr>
      <vt:lpstr>Gaussian Mixture</vt:lpstr>
      <vt:lpstr>Mixture of Linear Models</vt:lpstr>
      <vt:lpstr>Another Example – Missing Data</vt:lpstr>
      <vt:lpstr>Another Example – Missing Data</vt:lpstr>
      <vt:lpstr>Another Example – Missing Data</vt:lpstr>
      <vt:lpstr>Another Example – Missing Data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 진영</dc:creator>
  <cp:lastModifiedBy>Seungjae Lee</cp:lastModifiedBy>
  <cp:revision>42</cp:revision>
  <cp:lastPrinted>2023-12-11T17:41:59Z</cp:lastPrinted>
  <dcterms:created xsi:type="dcterms:W3CDTF">2019-12-19T12:24:54Z</dcterms:created>
  <dcterms:modified xsi:type="dcterms:W3CDTF">2025-05-22T03:34:38Z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0x0101007917C783DC76484FB8EE4E2E915C826D</vt:lpwstr>
  </property>
</Properties>
</file>